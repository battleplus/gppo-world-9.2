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c15d42970949e2" /><Relationship Type="http://schemas.openxmlformats.org/officeDocument/2006/relationships/extended-properties" Target="/docProps/app.xml" Id="Rb94f372a681a4281" /><Relationship Type="http://schemas.openxmlformats.org/officeDocument/2006/relationships/officeDocument" Target="/ppt/presentation.xml" Id="Rb7df11f8528d40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c34bc2d747435f"/>
  </p:sldMasterIdLst>
  <p:notesMasterIdLst>
    <p:notesMasterId xmlns:r="http://schemas.openxmlformats.org/officeDocument/2006/relationships" r:id="Red0cc600b6494677"/>
  </p:notesMasterIdLst>
  <p:sldIdLst>
    <p:sldId xmlns:r="http://schemas.openxmlformats.org/officeDocument/2006/relationships" id="256" r:id="R349cc70eba264d59"/>
    <p:sldId xmlns:r="http://schemas.openxmlformats.org/officeDocument/2006/relationships" id="257" r:id="R57eca8a6757944ea"/>
    <p:sldId xmlns:r="http://schemas.openxmlformats.org/officeDocument/2006/relationships" id="258" r:id="R1fe57a4d362b4ac0"/>
    <p:sldId xmlns:r="http://schemas.openxmlformats.org/officeDocument/2006/relationships" id="259" r:id="R929c474da72c40cb"/>
    <p:sldId xmlns:r="http://schemas.openxmlformats.org/officeDocument/2006/relationships" id="260" r:id="R7bbd8efdacfe484c"/>
    <p:sldId xmlns:r="http://schemas.openxmlformats.org/officeDocument/2006/relationships" id="261" r:id="Rbb9bc313f1e04a97"/>
    <p:sldId xmlns:r="http://schemas.openxmlformats.org/officeDocument/2006/relationships" id="262" r:id="R6be94acff7164e48"/>
    <p:sldId xmlns:r="http://schemas.openxmlformats.org/officeDocument/2006/relationships" id="263" r:id="R0b2e1873ec9b4a07"/>
    <p:sldId xmlns:r="http://schemas.openxmlformats.org/officeDocument/2006/relationships" id="264" r:id="Rfbd4bbfd2eb14a9a"/>
    <p:sldId xmlns:r="http://schemas.openxmlformats.org/officeDocument/2006/relationships" id="265" r:id="Rfacb379f5ada41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5f94950b194c9a" /><Relationship Type="http://schemas.openxmlformats.org/officeDocument/2006/relationships/slideMaster" Target="/ppt/slideMasters/slideMaster1.xml" Id="R66c34bc2d747435f" /><Relationship Type="http://schemas.openxmlformats.org/officeDocument/2006/relationships/notesMaster" Target="/ppt/notesMasters/notesMaster1.xml" Id="Red0cc600b6494677" /><Relationship Type="http://schemas.openxmlformats.org/officeDocument/2006/relationships/presProps" Target="/ppt/presProps.xml" Id="R13774ba90bbc4c86" /><Relationship Type="http://schemas.openxmlformats.org/officeDocument/2006/relationships/tableStyles" Target="/ppt/tableStyles.xml" Id="R63a5ad0b289b4cd0" /><Relationship Type="http://schemas.openxmlformats.org/officeDocument/2006/relationships/slide" Target="/ppt/slides/slide1.xml" Id="R349cc70eba264d59" /><Relationship Type="http://schemas.openxmlformats.org/officeDocument/2006/relationships/slide" Target="/ppt/slides/slide2.xml" Id="R57eca8a6757944ea" /><Relationship Type="http://schemas.openxmlformats.org/officeDocument/2006/relationships/slide" Target="/ppt/slides/slide3.xml" Id="R1fe57a4d362b4ac0" /><Relationship Type="http://schemas.openxmlformats.org/officeDocument/2006/relationships/slide" Target="/ppt/slides/slide4.xml" Id="R929c474da72c40cb" /><Relationship Type="http://schemas.openxmlformats.org/officeDocument/2006/relationships/slide" Target="/ppt/slides/slide5.xml" Id="R7bbd8efdacfe484c" /><Relationship Type="http://schemas.openxmlformats.org/officeDocument/2006/relationships/slide" Target="/ppt/slides/slide6.xml" Id="Rbb9bc313f1e04a97" /><Relationship Type="http://schemas.openxmlformats.org/officeDocument/2006/relationships/slide" Target="/ppt/slides/slide7.xml" Id="R6be94acff7164e48" /><Relationship Type="http://schemas.openxmlformats.org/officeDocument/2006/relationships/slide" Target="/ppt/slides/slide8.xml" Id="R0b2e1873ec9b4a07" /><Relationship Type="http://schemas.openxmlformats.org/officeDocument/2006/relationships/slide" Target="/ppt/slides/slide9.xml" Id="Rfbd4bbfd2eb14a9a" /><Relationship Type="http://schemas.openxmlformats.org/officeDocument/2006/relationships/slide" Target="/ppt/slides/slide10.xml" Id="Rfacb379f5ada41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9ed788ccee4a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ede17d57b34646" /><Relationship Type="http://schemas.openxmlformats.org/officeDocument/2006/relationships/notesMaster" Target="/ppt/notesMasters/notesMaster1.xml" Id="Re9e5a171ccd94d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0a860490a74031" /><Relationship Type="http://schemas.openxmlformats.org/officeDocument/2006/relationships/notesMaster" Target="/ppt/notesMasters/notesMaster1.xml" Id="R02619b57245342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14039ebf0e4867" /><Relationship Type="http://schemas.openxmlformats.org/officeDocument/2006/relationships/notesMaster" Target="/ppt/notesMasters/notesMaster1.xml" Id="Ra5427899802441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8de67e24dc4ea2" /><Relationship Type="http://schemas.openxmlformats.org/officeDocument/2006/relationships/notesMaster" Target="/ppt/notesMasters/notesMaster1.xml" Id="R494d544605c649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684beea13b47fb" /><Relationship Type="http://schemas.openxmlformats.org/officeDocument/2006/relationships/notesMaster" Target="/ppt/notesMasters/notesMaster1.xml" Id="R0045b0f4f96a4c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f3594c1e0048fb" /><Relationship Type="http://schemas.openxmlformats.org/officeDocument/2006/relationships/notesMaster" Target="/ppt/notesMasters/notesMaster1.xml" Id="R1c32398bd06645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5f6186c75f47e3" /><Relationship Type="http://schemas.openxmlformats.org/officeDocument/2006/relationships/notesMaster" Target="/ppt/notesMasters/notesMaster1.xml" Id="Rafb54ae60e4448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bc9623dfe7452a" /><Relationship Type="http://schemas.openxmlformats.org/officeDocument/2006/relationships/notesMaster" Target="/ppt/notesMasters/notesMaster1.xml" Id="Ra4c903f6643a4a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198818183c4d35" /><Relationship Type="http://schemas.openxmlformats.org/officeDocument/2006/relationships/notesMaster" Target="/ppt/notesMasters/notesMaster1.xml" Id="R981f831fdcfe41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b6e9285f1f4889" /><Relationship Type="http://schemas.openxmlformats.org/officeDocument/2006/relationships/notesMaster" Target="/ppt/notesMasters/notesMaster1.xml" Id="R02bdd88c02944c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本页约35秒。汇报M-10-R修正后的环境语义、服务器训练和公平对照。旧M-10冻结包保留不改，本轮不把短预算结果说成完整研究结论。人工评审还没有发生。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本页约55秒。这里列出五个会改变会议结论的问题。每一项都有代码修正或明确的限制。历史结果仍保留，但不和修正后的矩阵混合。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本页约45秒。四类扰动都在同一时钟内推进，任务到达、服务进度和 deadline 真实影响完成分类。动作必须经过 ACK 和 lease，分配不是完成。返航换电充电仍待用户确认。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本页约45秒。五类型不再是均值和最大值占位。每个 UAV 和 Task 有明确身份，边保存候选关系。候选身份置换测试通过，说明池化没有完全抹掉任务关系。Graph-2 共享同一公开观测，只做表示压缩。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本页约60秒。所有组使用同一任务分布、动作、评估 tape 和训练终点。Graph-5 Base 单列，避免把类型和处理因素混杂。数值是三个训练 seed 的均值和 seed 间标准差，不是显著性证明。触发组的217次触发会在下一页解释。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本页约50秒。world model按episode tape划分数据，context head进入监督损失。独立测试指标和简单基线都保存。部分指标没有优于简单均值基线，因此不宣称模型预测质量全面更好。阈值只从validation选择，test未参与。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50秒。触发事件、模型门、复用动作和最大间隔已经写进协议。实际217次触发全来自public_event，说明本轮没有证据证明模型风险门优化了误触发和漏触发。world和trigger结果相同，因此只报告链路验证，不报告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本页约50秒。10项因果验收覆盖完整环境，不是组件拼接。延迟包含完整决策链，分别报告CPU和CUDA的尾延迟。服务器回归7个skip都有既有baseline缺失原因。未知真实控制周期，所以不宣称实时达标。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本页约45秒。M-10-R完成本轮训练有效性和公平性修正，但full_goal_complete仍为false。返航换电充电、真实五类型资产、长预算、真实链路和人工评审都没有被本轮替代。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本页约40秒。服务器成功矩阵、先前失败尝试、源码、tape、checkpoint、optimizer和日志已经打包下载并双端校验。旧Release不修改。新的独立Release在材料提交和资产回读校验后创建。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afc7a28eb4f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c82d3a0b424425" /><Relationship Type="http://schemas.openxmlformats.org/officeDocument/2006/relationships/slideLayout" Target="/ppt/slideLayouts/slideLayout1.xml" Id="Rf901617dea9a4d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01617dea9a4d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5d88227f24199" /><Relationship Type="http://schemas.openxmlformats.org/officeDocument/2006/relationships/notesSlide" Target="/ppt/notesSlides/notesSlide1.xml" Id="R660ecab7c9664a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93a4c62ed4b89" /><Relationship Type="http://schemas.openxmlformats.org/officeDocument/2006/relationships/notesSlide" Target="/ppt/notesSlides/notesSlide2.xml" Id="R9c7d2369d5cb47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131eb65964feb" /><Relationship Type="http://schemas.openxmlformats.org/officeDocument/2006/relationships/notesSlide" Target="/ppt/notesSlides/notesSlide3.xml" Id="R3b1158eae98c4d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26f70a32341f4" /><Relationship Type="http://schemas.openxmlformats.org/officeDocument/2006/relationships/notesSlide" Target="/ppt/notesSlides/notesSlide4.xml" Id="Rfc16d0be693e47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f86d7ea9a4504" /><Relationship Type="http://schemas.openxmlformats.org/officeDocument/2006/relationships/notesSlide" Target="/ppt/notesSlides/notesSlide5.xml" Id="Rc6a062a00ae349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4d03cdfba449c" /><Relationship Type="http://schemas.openxmlformats.org/officeDocument/2006/relationships/notesSlide" Target="/ppt/notesSlides/notesSlide6.xml" Id="R6813078c94ba4e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f1fd01f6648fb" /><Relationship Type="http://schemas.openxmlformats.org/officeDocument/2006/relationships/notesSlide" Target="/ppt/notesSlides/notesSlide7.xml" Id="Rfeac702fb43740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b1460afd34b52" /><Relationship Type="http://schemas.openxmlformats.org/officeDocument/2006/relationships/notesSlide" Target="/ppt/notesSlides/notesSlide8.xml" Id="R86d8b7cfe95c4f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7126437704f8f" /><Relationship Type="http://schemas.openxmlformats.org/officeDocument/2006/relationships/notesSlide" Target="/ppt/notesSlides/notesSlide9.xml" Id="R75697750b6cc4d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bf5a949ad4cca" /><Relationship Type="http://schemas.openxmlformats.org/officeDocument/2006/relationships/notesSlide" Target="/ppt/notesSlides/notesSlide10.xml" Id="R2a62e936a99b46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F9A3B-D15F-46D6-A331-2BB4712D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0C4B9-1687-4AFA-8D8F-F9FEE1F0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6989A-CFAE-4E9E-9668-C9281145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904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M-10-R 训练有效性与公平性</a:t>
            </a:r>
          </a:p>
          <a:p xmlns:a="http://schemas.openxmlformats.org/drawingml/2006/main">
            <a:pPr>
              <a:defRPr sz="33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无人机集群任务分配会议研发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076B0-EBB2-43B0-BDEA-0BE49B4A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修正训练  ·  因果验收  ·  负结果保留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576FD-6D86-43A7-B78A-430F6A43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476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43187-D6DC-4894-9308-8927F59D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4 UAV  ·  6 任务槽  ·  25 动作</a:t>
            </a:r>
          </a:p>
          <a:p xmlns:a="http://schemas.openxmlformats.org/drawingml/2006/main">
            <a:pPr>
              <a:defRPr sz="15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Python 3.10.12  ·  Torch 2.2.2+cu121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8369-7264-4C9E-A82F-D71B157C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协议已修正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4E00A-5B4E-4D21-943E-3BF7254D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矩阵已完成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E7949-C5ED-46DF-AD0E-7EB6604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完整研究未完成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61F14-BD8F-4725-884B-6B301005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72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</a:t>
            </a:r>
          </a:p>
        </p:txBody>
      </p:sp>
    </p:spTree>
    <p:extLst>
      <p:ext uri="{BB962C8B-B14F-4D97-AF65-F5344CB8AC3E}">
        <p14:creationId xmlns:p14="http://schemas.microsoft.com/office/powerpoint/2010/main" val="16441595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392A9-3998-432F-9430-BE5D6787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2412A-6CFC-4820-A532-5E6C7E80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  /  修正范围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8071B-FE22-425F-852C-D20CBDE2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B037D-9CAC-4732-951D-D2FA2F40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AAFB8-7880-4919-BC99-93D9BC09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证据：nodes/M-10/m10-r-report.md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3E601-20F4-42CE-B675-7B8DFBCE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3DF51-EF38-4B80-8AB9-C59F95C3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本轮先修正会改变结论的五个问题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BA0DB-C4B6-46DE-90E4-870BFBDA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实证缺陷与设计取舍分开记录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BAC67-96F4-45FE-A65A-76A66F8F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5E30E-21D5-4224-965C-B032D833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471D1-BAB0-46D7-9049-01EAFD64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seed 只消费随机数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BD931-27E5-4FFC-A428-997EE75E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冻结可序列化 train / val / test / OOD tape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DC182-1480-45F9-9CE3-7FC6EF47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18C0A-16C7-4EEE-BBD4-DCF0D9C3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图表示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B44C2-5D7F-4E1E-8AD9-1BC1AD4E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05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均值/最大值占位 token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F18A1-08B3-4C16-B355-4E067CEE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显式 UAV、Region、Target、Task、Event 与边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BFCB9-FA8D-43DE-8186-209AB165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2CE6A-1508-4E9A-8E6E-880F787C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EB37C-AB47-43CC-BBE9-7B1C9C2B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池化后候选身份可能丢失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96FDF-37C6-494C-990B-91365957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UAV–Task pair score，实体置换验收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E34A0-93E7-483B-8228-EB5A18F9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456E1-B151-4933-81FC-EB32E48E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世界模型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692D9-684D-4297-83BD-85EC7043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5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test_rows 不是测试指标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AD4F4-6F77-4140-9AF1-1EE9D432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监督 context loss、独立 test / OOD 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7DEE6-117C-4697-89F1-3C8D2DA1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473E1-F108-4B0E-8A10-EF5965E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触发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40151-5E37-4161-A1F6-12F9382B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76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context gating 次数被叫成重规划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6BAB6F-1F45-449F-BE82-791083E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强制事件、风险门、最大等待与复用动作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4192A-AFD8-4CDA-96C3-C4871201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旧 M-10 报告和 Release 保留，适用范围限定为旧短预算证据。</a:t>
            </a:r>
          </a:p>
        </p:txBody>
      </p:sp>
    </p:spTree>
    <p:extLst>
      <p:ext uri="{BB962C8B-B14F-4D97-AF65-F5344CB8AC3E}">
        <p14:creationId xmlns:p14="http://schemas.microsoft.com/office/powerpoint/2010/main" val="991404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07109D-7301-43DF-9123-47E001FF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46FDC-BB3F-4A3F-B460-6CF7934B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  /  任务与执行合同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EDB3E-2404-4A18-B6EC-0B1892B1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E3CE2-1C96-43D3-95DC-C3D6D8F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4B97B-55F7-43BE-85BB-A3F21C54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证据：m10_environment.py + service_clock.py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F7330-4B6A-42A8-87C3-E52CBD0F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4F1E0-7385-4E5C-901C-D5E6FE3B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任务先到达，完成必须经过执行链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4427F-46FD-4542-8D4F-3D43CF5E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策略公开信息与执行真值保持边界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502BF-D980-4D06-A5FF-D924415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D2C9A-1130-4A70-A3C1-459E975E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固定规模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7062E-0A85-4DB1-BF73-F31BD4F7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 UAV</a:t>
            </a:r>
          </a:p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6 任务槽</a:t>
            </a:r>
          </a:p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25 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FBF84-475A-4CA4-BCF2-D860012F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780DE-5EDA-49AC-87FE-C0669B84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时间与能量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C1E66-7C86-4ABF-A77F-6160590A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955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18 时间单位</a:t>
            </a:r>
          </a:p>
          <a:p xmlns:a="http://schemas.openxmlformats.org/drawingml/2006/main">
            <a:pPr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移动 / 服务 / 等待扣费</a:t>
            </a:r>
          </a:p>
          <a:p xmlns:a="http://schemas.openxmlformats.org/drawingml/2006/main">
            <a:pPr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deadline 截断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23D6E-E826-42A1-BFC5-4F354E2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E01F3-CD26-4382-A958-F38B5B66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421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安全合同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13DEF-0B74-4EFE-AF02-19294024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4210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版本化提议 → ACK → 独占租约 → ServiceClock</a:t>
            </a:r>
          </a:p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能量不足、损毁、断联可拒绝或中断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7FA28-F9B3-430C-84C2-C5C50F8D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9B721-D941-49C9-9222-EB62E8DA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收到已送达消息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F9B29-755D-42AF-9AFA-815CECFE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F4E73-AD7B-4492-A3A3-8A2A4A79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A5D69-A6AA-4227-8FD4-1357EEAD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可见快照与 mask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D953A-8FD6-4D1A-8180-A7F76734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65447-1769-42A1-8F68-DAEDC1E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8671F-28BD-43D0-B1E3-306705D9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候选动作提议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61C1FD-5B0A-4B8C-95EE-E363A034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DF3DC-C202-4010-85BD-791948B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663730-4EEC-40C9-A553-96D9840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ACK / 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E6BA97-E937-4CA7-8D71-539F8087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CFFABF-AE37-4CFF-8877-7154022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9EC444-006A-4D0C-B4C1-A793D713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物理推进与反馈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9AC1B1-1899-4F2E-8036-C46DE8A9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返航、换电、充电：最低范围待会议确认，未被静默排除。</a:t>
            </a:r>
          </a:p>
        </p:txBody>
      </p:sp>
    </p:spTree>
    <p:extLst>
      <p:ext uri="{BB962C8B-B14F-4D97-AF65-F5344CB8AC3E}">
        <p14:creationId xmlns:p14="http://schemas.microsoft.com/office/powerpoint/2010/main" val="1398397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41DE4-553D-4FE3-96DA-C6B1832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0B4D3-DC6A-48A5-A94C-BB98CC2E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  /  五类型图与公平表示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3D0B5-D5E5-4DD8-93CA-DACA6E70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20B85-460F-439F-B10F-0487FD50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4835D-3B84-49B2-8E1A-01D67F0B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证据：m10_environment.py + causal-acceptance-r.json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DE4ED-55DF-4826-9154-CEB76523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E40A6-0E8C-4C40-86E7-8B4AF9B1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五类型表示保留实体身份和候选关系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D49CD-48AB-46E0-9E2B-D009615F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Graph-2 只改变类型编码，不改变公开信息和动作协议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E5299-046E-4771-A0BE-27369422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A5612-2BF8-474C-B3D0-F7A73AF2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UAV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B472E-30DA-4F49-B8D4-99593C88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位置、能量、alive、connected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38778-089F-4B6E-B9E5-D0AD452F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12B64-4016-4B1B-8B74-5C37FC64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Region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A1B5C-FBFE-4C38-98FD-5ACF46D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区域身份与位置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B51E4-120F-4308-B4EC-C36AFFA5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70877-28D3-42AF-A084-FC57F635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1797A-872F-45C5-997C-1F9F1CF7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目标身份与位置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4196B-FABB-4C85-9BE6-3E0E07A6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5914B-DCFD-44B4-9AF5-37449BF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EEFB4-CC0F-4920-A7CF-46EA931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到达、服务、deadline、priority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B24C8-F7F3-45E4-8134-A5879C01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00546-9E4A-452E-8E1D-1F66D2DC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B3907-B322-45DD-9EE8-96A06F36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已送达事件及年龄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99F058-1CBF-4138-852D-D0E8CC07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D3C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AD1AFC-E7A6-4D2A-8DB0-87DC73BD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UAV–Task edge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45639-B04E-47DF-B02C-F27DED83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distance  ·  visibility  ·  legal mask  ·  region relation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77DC7-3EE7-4203-AD84-892D0342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8B7FA-74E6-4BCC-ADD1-8C9E45F8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53025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实体置换测试通过：交换任务后，候选 score 相应置换，而非保持固定动作 logits。</a:t>
            </a:r>
          </a:p>
        </p:txBody>
      </p:sp>
    </p:spTree>
    <p:extLst>
      <p:ext uri="{BB962C8B-B14F-4D97-AF65-F5344CB8AC3E}">
        <p14:creationId xmlns:p14="http://schemas.microsoft.com/office/powerpoint/2010/main" val="2025110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7C5FE2-5452-4AFC-AC24-07ADE9EB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BA925-3E38-4C3D-8807-B08917F0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  /  正式训练矩阵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83501-0ABB-4DC8-A5E3-12A1796D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CEB63-9D43-49DF-9E26-CF26A386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21888-6205-41C9-A16F-9F45B0F4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证据：training-results-r-summary.json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BC6D4-68B0-4C60-B7C7-2BCB9670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B3DEC-6C63-4185-B822-76670CB1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同一环境、动作、tape、预算和 seed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4B3B6-EA3E-497A-B155-FFC014D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6 变体 × 3 seed × 2048 steps，每组 8 次实际更新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BA482-3910-43C9-97D2-F28E0B1A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变体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A07C7-99C6-493B-81B8-F7D01DA6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05F2D-A20B-4AD6-A3D3-8926B9DC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90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过期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6C94A-C51F-44E9-A5B6-6358C212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90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18B4C-9B1C-450A-B2CA-B81C192C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剩余能量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F13F5-3EFF-40E9-84D9-7D66FBA2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触发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A369D-BF3D-41C0-B51B-9DF646B8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215DD-C565-482F-A2B0-8BC06BB5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MLP-2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805BF-4C66-46E6-8EA9-E34ECF6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4.20 ± .60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410A1-E176-4A67-A3D1-9B8C3E9E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1.80 ± .60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9E685-4506-4E31-8FB6-021E517D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33.822 ± 8.337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15501-6034-4B4C-BF94-53BEEE66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23.777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8A947-DBDC-4C55-B453-5D2FB187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5CC71-EC89-4008-81D3-F453E164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0B645-2001-44CD-8ED6-AC46115B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Graph-2 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B4A6B-056D-4E4E-994F-272905B3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4.33 ± .50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2CC31-25F1-41F6-A10D-FD866196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1.67 ± .50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B21F55-6B9E-4C76-9B9E-B94E0B6D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35.596 ± 7.029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3918BD-0266-4948-A634-C5B88AB3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22.614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FF6C9-0C78-4B53-8E4E-F38470AD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62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5600B-8B7E-4D05-BF71-14BE4598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24438-BAAE-4C53-B721-7FC86050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Graph-5 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23CEC1-67A0-4676-80D4-9A85614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3.80 ± .53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503E6-45C9-4061-888E-4EC88E7B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76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2.20 ± .53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6609DE-9315-48AA-AA9B-47F2F343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766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28.184 ± 7.399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84A5A7-65BA-48EE-AECB-ECEB1CF1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23.296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3F367-CB99-4157-8378-8B691456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E68185-D78F-48F5-80F7-40473A14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28C97B-8477-4211-B490-A0617BC0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Graph-5 History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0F1713-08EE-464A-BC8E-66D75C38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3.60 ± .60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909408-E901-4480-99E9-153CD0CB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90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2.40 ± .60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D6D897-44E0-47FC-85C1-E4D28D1F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25.408 ± 8.355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558676-DC7D-4C92-830E-2554858D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23.606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0ACFA1-0BBB-42C0-A35B-F0CEFF38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82E384-9E30-434E-AD81-90511C5B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AFB84B-3BFF-4C54-911C-0F9E3629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Graph-5 World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D5E315-6054-4AC0-9AF1-4C85F209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4.00 ± .00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734BFC-D059-4099-9D56-0A78A71A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05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2.00 ± 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3C9C09-9F9D-48CF-85DE-51A0FEE8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053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30.981 ± .046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2A0770-9863-4750-B7E8-C30F09D3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05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23.265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EE9718-2D20-4664-8144-C4D3CA5E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80FD69-1051-4EC7-92E0-EC8CD98D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7B0954-8EF1-4A42-8447-18D2AF0A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Graph-5 Triggered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D3193B-E2EE-4710-B334-9D27F0E6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9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4.00 ± .00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36439A-6BF7-4DD6-8FE2-BA10EEFB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9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2.00 ± .00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F7D647-3602-4E43-99A5-E5356A92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196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30.981 ± .046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A23BC7-78BC-4A3E-8AEE-5AE06F63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9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23.265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30C294-7A70-413E-8D6D-09485AAF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19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217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F63C3B-AAF8-4F82-84BA-8CA232E6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± 为三个训练 seed 间样本标准差；完整逐 episode 记录与 checkpoint 在归档。</a:t>
            </a:r>
          </a:p>
        </p:txBody>
      </p:sp>
    </p:spTree>
    <p:extLst>
      <p:ext uri="{BB962C8B-B14F-4D97-AF65-F5344CB8AC3E}">
        <p14:creationId xmlns:p14="http://schemas.microsoft.com/office/powerpoint/2010/main" val="522130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AE8AA-1151-4798-AC71-0B0C8E8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5D2B0-4627-4E46-8C3A-F0997728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  /  世界模型测试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5C47B-2A0B-4FC6-AB49-2A8C569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20445-223F-48CF-8D70-66CA5B1D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7B3E0-EE56-4058-A372-5BA2FFC0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证据：world-model-training-r.json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A0383-6EF2-4152-BC87-CCABBA2C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11842-B780-4410-A6AE-F4207416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世界模型有独立测试指标，但没有全面优于简单基线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5467F-6EB2-4245-93EA-2616150E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融合策略确实消费预测 context，收益仍未证实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75222-D997-4A80-BCA4-F6B64026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170CE-1455-43C8-BC31-3791F054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固定数据划分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6C69C-FA22-4FDA-B657-A662D63A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495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64 train episodes</a:t>
            </a:r>
          </a:p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validation episodes</a:t>
            </a:r>
          </a:p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test episodes</a:t>
            </a:r>
          </a:p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OOD episodes</a:t>
            </a:r>
          </a:p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rows 1084 / 268 / 272 / 270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4687B-AF79-493E-868C-7897C7DB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619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789F8-BB50-41CF-BE90-A977E03E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test 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13863-F00F-4F4F-9DEF-27A4A9AD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51625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reward RMSE 3.632</a:t>
            </a:r>
          </a:p>
          <a:p xmlns:a="http://schemas.openxmlformats.org/drawingml/2006/main">
            <a:pPr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event BCE 0.262  ·  accuracy 0.956</a:t>
            </a:r>
          </a:p>
          <a:p xmlns:a="http://schemas.openxmlformats.org/drawingml/2006/main">
            <a:pPr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done BCE 0.267  ·  accuracy 0.941</a:t>
            </a:r>
          </a:p>
          <a:p xmlns:a="http://schemas.openxmlformats.org/drawingml/2006/main">
            <a:pPr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context RMSE 1.303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CD7EE-B954-4101-A72E-C4865E2F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简单训练均值基线：reward RMSE 3.678 · event BCE 0.168 · done BCE 0.224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73426-DBAC-4EDA-99ED-AC39F38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阈值 0.2 由 validation F1 选择，test 未参与校准。</a:t>
            </a:r>
          </a:p>
        </p:txBody>
      </p:sp>
    </p:spTree>
    <p:extLst>
      <p:ext uri="{BB962C8B-B14F-4D97-AF65-F5344CB8AC3E}">
        <p14:creationId xmlns:p14="http://schemas.microsoft.com/office/powerpoint/2010/main" val="899534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B7347-6C1A-47C2-B118-72DBC9A7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E9D84-EEB2-4630-BED2-78C9B2DB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  /  事件触发语义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9D46E-1D1E-4A6B-B47E-13177E79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D0F44-B1AA-4766-87E3-7ABA0EFF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3539D-EF6E-4DF3-BDB9-C472D24B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证据：training-results-r-summary.json + protocol.json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F5AC8-EFDA-486D-A9EC-5C711404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DC66D-7282-4FB8-94F7-FDAE0028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触发机制已明确，但本轮只证明事件重规划链路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67A80-002E-4E4B-ABB4-968146D1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不触发时复用上一次合法动作，安全门禁始终执行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E3BAC-A19D-4123-9D8E-99342EBE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9E2A4-A3A6-4688-B8CA-6A1BDD7C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4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强制触发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D2FC4-21F3-4BA3-9340-B403A4CB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2407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新 public delivery、风险超过阈值、安全或非法上一动作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4844C-16F6-4812-9EE9-87B02E8A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B141B-AFD3-4549-9924-2D306013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模型决策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9F6F2-D0CB-46B9-9040-768CA2FE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670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validation F1 选 threshold 0.2，最大等待间隔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7DADB-CCFA-4261-B364-892CA9EA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DD597-FCD0-48A0-BC29-606F6DC6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不触发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BE1AD-C90C-4E48-8772-C6F32251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reuse_previous_legal_action，不跳过 mask 或 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525FB-CB9A-4F51-8F09-80B2DEC8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CF7D8-AFB5-45BE-B2C1-2CBD7183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实际记录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B3B5D-76F1-4DD7-845F-76A12033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529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217 次触发，全部 reason=public_event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43BA4-6426-4E9E-948F-C826B4B9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7E7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F38EB-E120-4D45-8C1C-30BC107C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00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Graph-5 World 与 Triggered-Replan：完成数均值均为 4.00，return 均值均为 30.981。</a:t>
            </a:r>
          </a:p>
        </p:txBody>
      </p:sp>
    </p:spTree>
    <p:extLst>
      <p:ext uri="{BB962C8B-B14F-4D97-AF65-F5344CB8AC3E}">
        <p14:creationId xmlns:p14="http://schemas.microsoft.com/office/powerpoint/2010/main" val="1207051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8CC44-8F06-407D-9D9A-DED81959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20204-B874-47A8-8EEC-CD665C92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  /  安全验收与完整延迟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FAAF4-C03F-4D6C-A630-09C2D3D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C01A4-1B62-46F1-88F4-6E2472E6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8786A-157B-4FBE-8DD5-6549D40C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证据：causal-acceptance-r.json + server-evidence-r.json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E89C0-593D-4795-A040-CD534A49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BCCE1-C80C-4969-B132-CE402E02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安全链路通过，延迟测量覆盖完整决策链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89B28-1F99-4C87-98A9-0191B044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包含观测构建、world model、policy、门禁、同步和 environment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9E20D-BACB-4D8B-8252-07EAF2CB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414F0-29D7-47A0-A12D-AF6DDA47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服务器因果验收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80561-75BF-432D-9BD5-B7A99ED6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305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10 / 10 passed</a:t>
            </a:r>
          </a:p>
          <a:p xmlns:a="http://schemas.openxmlformats.org/drawingml/2006/main">
            <a:pPr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未来输入不可见</a:t>
            </a:r>
          </a:p>
          <a:p xmlns:a="http://schemas.openxmlformats.org/drawingml/2006/main">
            <a:pPr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延迟消息与 stale 拒绝</a:t>
            </a:r>
          </a:p>
          <a:p xmlns:a="http://schemas.openxmlformats.org/drawingml/2006/main">
            <a:pPr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ACK / lease / 能量拒绝</a:t>
            </a:r>
          </a:p>
          <a:p xmlns:a="http://schemas.openxmlformats.org/drawingml/2006/main">
            <a:pPr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候选置换与 OOD 回退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C81CC-60A7-4C21-9EB0-16061438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619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308A8-48AF-453B-A958-3FB86119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100 samples，毫秒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BA6E7-87AB-44C6-8F40-CF5E9AD6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5162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CPU  mean 2.872</a:t>
            </a:r>
          </a:p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CPU  P95  3.081  ·  P99  3.091</a:t>
            </a:r>
          </a:p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CUDA mean 3.565</a:t>
            </a:r>
          </a:p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CUDA P95 3.786  ·  P99 3.803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039D1-3D82-4605-8EBD-C442A260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服务器回归：144 passed · 7 skipped（既有 pinned GPPO baseline 未提供）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162AF-4BEF-4A86-A99F-50FC173E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归一化仿真测量，不等同真实飞控、无线链路或竞赛控制周期。</a:t>
            </a:r>
          </a:p>
        </p:txBody>
      </p:sp>
    </p:spTree>
    <p:extLst>
      <p:ext uri="{BB962C8B-B14F-4D97-AF65-F5344CB8AC3E}">
        <p14:creationId xmlns:p14="http://schemas.microsoft.com/office/powerpoint/2010/main" val="573151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BE9CA-68E9-459D-8FB8-AC613AB2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82760-0A75-4506-8FE5-4D823059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  /  限制与下一步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C3C2F-D617-4808-A56D-1C8922C9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94C3C-6E4D-4721-AE0E-8E984382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4617B-4F2E-45C3-AD4A-4A1DED0F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证据：m10-r-limitations.md + status.json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F3E1F-1A1C-483C-B5AB-8FAD8874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E4D11-1CA9-4D74-8130-ED2D874E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本轮训练闭环完成，完整研究仍未完成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B311B-3C81-4F6E-9D0F-BFCD6850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已交付的工程证据与需要会议确认的科研问题分开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0C3AF-7349-4E77-B70B-31276FFF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A419D-2117-4D94-99A6-45501BEB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本轮已完成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941C2-465C-4AAE-9766-FB226F8A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6863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seed tape 与实体关系修正</a:t>
            </a:r>
          </a:p>
          <a:p xmlns:a="http://schemas.openxmlformats.org/drawingml/2006/main">
            <a:pPr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6×3 正式矩阵与真实 optimizer update</a:t>
            </a:r>
          </a:p>
          <a:p xmlns:a="http://schemas.openxmlformats.org/drawingml/2006/main">
            <a:pPr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独立 world test / OOD 指标</a:t>
            </a:r>
          </a:p>
          <a:p xmlns:a="http://schemas.openxmlformats.org/drawingml/2006/main">
            <a:pPr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触发语义和完整链路延迟</a:t>
            </a:r>
          </a:p>
          <a:p xmlns:a="http://schemas.openxmlformats.org/drawingml/2006/main">
            <a:pPr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源码、模型、恢复状态、日志归档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46CF0-007B-470D-8DFC-28C5D930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33297-A734-4009-A553-DCDDAB24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仍待闭合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C4B8A-CF26-4CE1-A720-93B8FEE6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46863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返航 / 换电 / 充电范围</a:t>
            </a:r>
          </a:p>
          <a:p xmlns:a="http://schemas.openxmlformats.org/drawingml/2006/main">
            <a:pPr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真实五类型任务资产</a:t>
            </a:r>
          </a:p>
          <a:p xmlns:a="http://schemas.openxmlformats.org/drawingml/2006/main">
            <a:pPr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更长预算、更多 seed、稳定收益</a:t>
            </a:r>
          </a:p>
          <a:p xmlns:a="http://schemas.openxmlformats.org/drawingml/2006/main">
            <a:pPr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真实网络、飞行动力学、控制周期</a:t>
            </a:r>
          </a:p>
          <a:p xmlns:a="http://schemas.openxmlformats.org/drawingml/2006/main">
            <a:pPr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生产 OOD、timeout 与人工评审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455CD-D44B-47E6-BD9D-1A6A36F9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19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full_goal_complete = false</a:t>
            </a:r>
          </a:p>
        </p:txBody>
      </p:sp>
    </p:spTree>
    <p:extLst>
      <p:ext uri="{BB962C8B-B14F-4D97-AF65-F5344CB8AC3E}">
        <p14:creationId xmlns:p14="http://schemas.microsoft.com/office/powerpoint/2010/main" val="901814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DA287-0AAC-4610-A501-D249355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143E4-47CF-4433-BA57-A2EA8673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  /  归档与复现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E88D8-60B1-4E52-B86F-EF3F3B79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C9930-CEB5-4895-8B51-71F558A2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CEEA0-D812-4C2D-AD3E-038D6750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证据：m10-r-reproduction-runbook.md + server-evidence-r.json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8DFD0-97D1-4E2D-847A-E39F6DF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51925-9783-4867-9584-D5757D11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独立归档已下载并校验，旧 Release 不变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439FA-6917-4A61-9C66-5D24706A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可复现不等于收益已证明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4A7DE-450A-488C-8EF5-3B26CC4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DA275-6CA3-4897-8413-BAB33837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成功矩阵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EFC60-735D-4A41-BA4D-72291983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876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20260907-r-corrected-matrix-v2</a:t>
            </a:r>
          </a:p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6 variants · 3 seeds · 2048 steps</a:t>
            </a:r>
          </a:p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18 checkpoints + optimizer/recovery</a:t>
            </a:r>
          </a:p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full tape / logs /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A2250-0E8C-44C2-BB70-E1D6D692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93817-853B-40A7-ADA8-9E6213F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SHA-256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CF81C-A09E-4C0E-9E95-6D1D429B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46863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源码包</a:t>
            </a:r>
          </a:p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5cf61468…523c447</a:t>
            </a:r>
          </a:p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训练归档</a:t>
            </a:r>
          </a:p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bd5d01b5…b91eb4b</a:t>
            </a:r>
          </a:p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旧 m10-meeting-research-v1 未修改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3176A-B430-4156-A6E2-DD74E77D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最终新 M-10-R Release：材料提交和 GitHub API 校验后创建。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E74B9-E032-4CBC-B67C-ED33B128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人工评审：not_held</a:t>
            </a:r>
          </a:p>
        </p:txBody>
      </p:sp>
    </p:spTree>
    <p:extLst>
      <p:ext uri="{BB962C8B-B14F-4D97-AF65-F5344CB8AC3E}">
        <p14:creationId xmlns:p14="http://schemas.microsoft.com/office/powerpoint/2010/main" val="186694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2026-09-07T01:34:36.5260000Z</dcterms:created>
  <dcterms:modified xsi:type="dcterms:W3CDTF">2026-09-07T01:34:36.5260000Z</dcterms:modified>
</coreProperties>
</file>