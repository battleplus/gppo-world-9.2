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9234f58f8e4275" /><Relationship Type="http://schemas.openxmlformats.org/officeDocument/2006/relationships/extended-properties" Target="/docProps/app.xml" Id="R1b4ca018614e47e6" /><Relationship Type="http://schemas.openxmlformats.org/officeDocument/2006/relationships/officeDocument" Target="/ppt/presentation.xml" Id="R36ffce36b53a4d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3ec9bdc4744fe0"/>
  </p:sldMasterIdLst>
  <p:notesMasterIdLst>
    <p:notesMasterId xmlns:r="http://schemas.openxmlformats.org/officeDocument/2006/relationships" r:id="R4018dc6f6e8d495d"/>
  </p:notesMasterIdLst>
  <p:sldIdLst>
    <p:sldId xmlns:r="http://schemas.openxmlformats.org/officeDocument/2006/relationships" id="256" r:id="Rd69ba95ec9544fca"/>
    <p:sldId xmlns:r="http://schemas.openxmlformats.org/officeDocument/2006/relationships" id="257" r:id="R2a946945965b4b25"/>
    <p:sldId xmlns:r="http://schemas.openxmlformats.org/officeDocument/2006/relationships" id="258" r:id="Re4cdaecc1f7743b5"/>
    <p:sldId xmlns:r="http://schemas.openxmlformats.org/officeDocument/2006/relationships" id="259" r:id="R74d9a8b1e3c54098"/>
    <p:sldId xmlns:r="http://schemas.openxmlformats.org/officeDocument/2006/relationships" id="260" r:id="Re7c8ff18b30a4ea9"/>
    <p:sldId xmlns:r="http://schemas.openxmlformats.org/officeDocument/2006/relationships" id="261" r:id="R98602fe38b934a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0d6ad0a4dc46ca" /><Relationship Type="http://schemas.openxmlformats.org/officeDocument/2006/relationships/slideMaster" Target="/ppt/slideMasters/slideMaster1.xml" Id="R203ec9bdc4744fe0" /><Relationship Type="http://schemas.openxmlformats.org/officeDocument/2006/relationships/notesMaster" Target="/ppt/notesMasters/notesMaster1.xml" Id="R4018dc6f6e8d495d" /><Relationship Type="http://schemas.openxmlformats.org/officeDocument/2006/relationships/presProps" Target="/ppt/presProps.xml" Id="R52cbdaac32384c26" /><Relationship Type="http://schemas.openxmlformats.org/officeDocument/2006/relationships/tableStyles" Target="/ppt/tableStyles.xml" Id="R142689cb0dac4d6c" /><Relationship Type="http://schemas.openxmlformats.org/officeDocument/2006/relationships/slide" Target="/ppt/slides/slide1.xml" Id="Rd69ba95ec9544fca" /><Relationship Type="http://schemas.openxmlformats.org/officeDocument/2006/relationships/slide" Target="/ppt/slides/slide2.xml" Id="R2a946945965b4b25" /><Relationship Type="http://schemas.openxmlformats.org/officeDocument/2006/relationships/slide" Target="/ppt/slides/slide3.xml" Id="Re4cdaecc1f7743b5" /><Relationship Type="http://schemas.openxmlformats.org/officeDocument/2006/relationships/slide" Target="/ppt/slides/slide4.xml" Id="R74d9a8b1e3c54098" /><Relationship Type="http://schemas.openxmlformats.org/officeDocument/2006/relationships/slide" Target="/ppt/slides/slide5.xml" Id="Re7c8ff18b30a4ea9" /><Relationship Type="http://schemas.openxmlformats.org/officeDocument/2006/relationships/slide" Target="/ppt/slides/slide6.xml" Id="R98602fe38b934a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5f15412fb48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13e4c3c834f47" /><Relationship Type="http://schemas.openxmlformats.org/officeDocument/2006/relationships/notesMaster" Target="/ppt/notesMasters/notesMaster1.xml" Id="R558d560713d249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fb50bf74094df3" /><Relationship Type="http://schemas.openxmlformats.org/officeDocument/2006/relationships/notesMaster" Target="/ppt/notesMasters/notesMaster1.xml" Id="R34ce56191bf747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7a135e747f4058" /><Relationship Type="http://schemas.openxmlformats.org/officeDocument/2006/relationships/notesMaster" Target="/ppt/notesMasters/notesMaster1.xml" Id="R8b13298c112a44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7e981da1534493" /><Relationship Type="http://schemas.openxmlformats.org/officeDocument/2006/relationships/notesMaster" Target="/ppt/notesMasters/notesMaster1.xml" Id="R3726aec36382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630983a368431f" /><Relationship Type="http://schemas.openxmlformats.org/officeDocument/2006/relationships/notesMaster" Target="/ppt/notesMasters/notesMaster1.xml" Id="R5d28389071fa44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2e9ec9efdd4311" /><Relationship Type="http://schemas.openxmlformats.org/officeDocument/2006/relationships/notesMaster" Target="/ppt/notesMasters/notesMaster1.xml" Id="Rc7bc6a64cbff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来源：https://github.com/Battleplus/GPPO-WORLD-9.2/releases/tag/m10-authorized-resume-fix-v1-20260908</a:t>
            </a:r>
          </a:p>
          <a:p xmlns:a="http://schemas.openxmlformats.org/drawingml/2006/main">
            <a:r>
              <a:t>https://github.com/Battleplus/GPPO-WORLD-9.2/releases/tag/m10-local-cpu-replay-20260910-v1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来源：https://github.com/Battleplus/GPPO-WORLD-9.2/releases/tag/m10-authorized-resume-fix-v1-20260908</a:t>
            </a:r>
          </a:p>
          <a:p xmlns:a="http://schemas.openxmlformats.org/drawingml/2006/main">
            <a:r>
              <a:t>https://github.com/Battleplus/GPPO-WORLD-9.2/releases/tag/m10-local-cpu-replay-20260910-v1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来源：https://github.com/Battleplus/GPPO-WORLD-9.2/releases/tag/m10-local-cpu-replay-20260910-v1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来源：https://github.com/Battleplus/GPPO-WORLD-9.2/releases/tag/m10-local-cpu-replay-20260910-v1</a:t>
            </a:r>
          </a:p>
          <a:p xmlns:a="http://schemas.openxmlformats.org/drawingml/2006/main">
            <a:r>
              <a:t>勘误JSON及verification JSON为数值来源。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来源：https://github.com/Battleplus/GPPO-WORLD-9.2/releases/tag/m10-authorized-resume-fix-v1-20260908</a:t>
            </a:r>
          </a:p>
          <a:p xmlns:a="http://schemas.openxmlformats.org/drawingml/2006/main">
            <a:r>
              <a:t>https://github.com/Battleplus/GPPO-WORLD-9.2/releases/tag/m10-local-cpu-replay-20260910-v1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来源：https://github.com/Battleplus/GPPO-WORLD-9.2/releases/tag/m10-authorized-resume-fix-v1-20260908</a:t>
            </a:r>
          </a:p>
          <a:p xmlns:a="http://schemas.openxmlformats.org/drawingml/2006/main">
            <a:r>
              <a:t>https://github.com/Battleplus/GPPO-WORLD-9.2/releases/tag/m10-local-cpu-replay-20260910-v1</a:t>
            </a:r>
          </a:p>
          <a:p xmlns:a="http://schemas.openxmlformats.org/drawingml/2006/main">
            <a:r>
              <a:t>https://github.com/Battleplus/GPPO-WORLD-9.2/releases/tag/m10-metrics-replay-migration-v1-20260909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eece8e49747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161822a17d49fc" /><Relationship Type="http://schemas.openxmlformats.org/officeDocument/2006/relationships/slideLayout" Target="/ppt/slideLayouts/slideLayout1.xml" Id="R959df499b322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df499b322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982cf1eec45a3" /><Relationship Type="http://schemas.openxmlformats.org/officeDocument/2006/relationships/notesSlide" Target="/ppt/notesSlides/notesSlide1.xml" Id="R579bfbe611f24a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79c80ca1d40a1" /><Relationship Type="http://schemas.openxmlformats.org/officeDocument/2006/relationships/notesSlide" Target="/ppt/notesSlides/notesSlide2.xml" Id="R5c44d3db4a664b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0f2abed5a427c" /><Relationship Type="http://schemas.openxmlformats.org/officeDocument/2006/relationships/notesSlide" Target="/ppt/notesSlides/notesSlide3.xml" Id="R5ebc7d5e089e43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9881f034e46f2" /><Relationship Type="http://schemas.openxmlformats.org/officeDocument/2006/relationships/notesSlide" Target="/ppt/notesSlides/notesSlide4.xml" Id="R3be02724c74742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d31a272484891" /><Relationship Type="http://schemas.openxmlformats.org/officeDocument/2006/relationships/notesSlide" Target="/ppt/notesSlides/notesSlide5.xml" Id="R620079f7486846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b3a215ea6420e" /><Relationship Type="http://schemas.openxmlformats.org/officeDocument/2006/relationships/notesSlide" Target="/ppt/notesSlides/notesSlide6.xml" Id="R1e87181d12fa46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377F5-D57A-4708-BA07-CF0AAE91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GPPO＋世界模型：当前研究进度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681E6-A99F-4E4C-8861-3A89FD1F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GPPO-WORLD-9.2  ·  2026-09-10  ·  仿真研究进度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5B8D9-2154-49B0-8F0F-FF9C77F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仿真实现、训练与冻结模型复评已完成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A8927-A628-47F8-99E6-90A54345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世界模型稳定收益尚未建立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1E6C2-992E-4F09-A0BD-7925550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完整弱通信可用性仍未通过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E3DDF-6C93-447F-9551-BC3F3DB3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本简报更新9月7日阶段材料，历史实验与负结果保留。</a:t>
            </a:r>
          </a:p>
        </p:txBody>
      </p:sp>
    </p:spTree>
    <p:extLst>
      <p:ext uri="{BB962C8B-B14F-4D97-AF65-F5344CB8AC3E}">
        <p14:creationId xmlns:p14="http://schemas.microsoft.com/office/powerpoint/2010/main" val="1340974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63ADA-A09C-4013-89D8-6C7A23AC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三组正式训练与任务效果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2CA0A-8AB6-4577-9304-519343F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GPPO-WORLD-9.2  ·  2026-09-10  ·  仿真研究进度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886B8-4173-44DC-B539-80B57E9D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每组3个seed，每seed 12,288环境步、192次optimizer更新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1905000"/>
                <a:gridCol w="276225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变体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 / 总任务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完成率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每episode平均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 GPPO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 / 288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29.17%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1.7500个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 GPPO＋世界模型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 / 288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28.47%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1.7083个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 B＋事件触发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 / 288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17.01%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1.0208个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7BF10-B7FD-4177-A502-F6AA3A03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每组48个episode。B未建立改善证据，C任务效果明显下降。</a:t>
            </a:r>
          </a:p>
        </p:txBody>
      </p:sp>
    </p:spTree>
    <p:extLst>
      <p:ext uri="{BB962C8B-B14F-4D97-AF65-F5344CB8AC3E}">
        <p14:creationId xmlns:p14="http://schemas.microsoft.com/office/powerpoint/2010/main" val="1816628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FFCCB-27C7-4EC6-A897-4AFFBD8E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CPU补测：调用减少不等于整体收益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DB79-AF7B-4056-AD1F-BCF1BFE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GPPO-WORLD-9.2  ·  2026-09-10  ·  仿真研究进度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DBAE-A3CD-49A1-9D12-6F1311E3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144/144 episode参考字段匹配；CPU、2线程、无预热、不含落盘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238500"/>
                <a:gridCol w="2762250"/>
                <a:gridCol w="276225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变体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平均链路延迟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actor调用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世界模型调用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1.8967 ms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2.3177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2.1217 ms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A5EDD-3940-4B10-ABA0-7691C64E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C相对B延迟低8.5%，相对A高11.9%；通信代理量未下降。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B25F0-520E-4035-BF78-4BCE2873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本机测量不能外推GPU性能、稳定加速或竞赛实时性。</a:t>
            </a:r>
          </a:p>
        </p:txBody>
      </p:sp>
    </p:spTree>
    <p:extLst>
      <p:ext uri="{BB962C8B-B14F-4D97-AF65-F5344CB8AC3E}">
        <p14:creationId xmlns:p14="http://schemas.microsoft.com/office/powerpoint/2010/main" val="1042489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77E8B-C2A4-478D-B4CF-87E4157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弱通信恢复：事件与命令分别统计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2D660-4290-4614-A13B-69D2C22A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GPPO-WORLD-9.2  ·  2026-09-10  ·  仿真研究进度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1524000"/>
                <a:gridCol w="1524000"/>
                <a:gridCol w="1524000"/>
              </a:tblGrid>
              <a:tr h="51026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173E58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任务中断事件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合法获知事件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公开候选事件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接管接受事件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接管接受命令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有效替代服务恢复事件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765EC-5E28-49D9-BEA5-8E1A126B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各组144为全部场景事件，不能作为任务中断分母。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73934-E8F2-42FC-9243-8872EF2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恢复为0仅指本次ledger中符合定义的替代资源服务。</a:t>
            </a:r>
          </a:p>
        </p:txBody>
      </p:sp>
    </p:spTree>
    <p:extLst>
      <p:ext uri="{BB962C8B-B14F-4D97-AF65-F5344CB8AC3E}">
        <p14:creationId xmlns:p14="http://schemas.microsoft.com/office/powerpoint/2010/main" val="548832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31B71-C32C-4889-8EB8-A16B79D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能力与证据边界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5095E-163A-400A-86F8-24F5541F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GPPO-WORLD-9.2  ·  2026-09-10  ·  仿真研究进度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972C-EDC0-4084-9503-110753BB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已运行：任务环境、并行执行、GPPO训练、世界模型输入融合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DE219-69E9-4E99-97CF-F3855830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未证明：世界模型稳定收益、触发机制综合收益、弱通信整体可用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46BEC-D755-4EF6-B68F-70777E81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安全：本次复评仅记录为 no_observed_violation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417CA-C25F-40FB-B816-825FB901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仍缺原训练raw ledger；真实通信、控制周期及飞行验证尚未完成。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1416427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6A143-26C1-48D4-BFF4-EB40075E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归档与下一步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B5C7F-C67D-4928-8EB5-1507D47D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GPPO-WORLD-9.2  ·  2026-09-10  ·  仿真研究进度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EE536-CC17-4C52-98A7-0982B4EF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训练、迁移包、CPU补测和勘误均已在GitHub归档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77EB2-953E-474B-9072-C7B7CA43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复现应下载指定迁移资产，自动Source code包不是补测源码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B07FD-2E1F-43E6-8D7E-F95A0B41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后续研究须有明确假设、同条件对照与停止条件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207B1-CA5C-40EE-BF85-384C6397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当前完整目标未完成；返航/换电/充电范围及真实任务要求待确认</a:t>
            </a:r>
          </a:p>
        </p:txBody>
      </p:sp>
    </p:spTree>
    <p:extLst>
      <p:ext uri="{BB962C8B-B14F-4D97-AF65-F5344CB8AC3E}">
        <p14:creationId xmlns:p14="http://schemas.microsoft.com/office/powerpoint/2010/main" val="1911844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2026-09-10T07:42:59.6320000Z</dcterms:created>
  <dcterms:modified xsi:type="dcterms:W3CDTF">2026-09-10T07:42:59.6320000Z</dcterms:modified>
</coreProperties>
</file>