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dab07ed584f69" /><Relationship Type="http://schemas.openxmlformats.org/officeDocument/2006/relationships/extended-properties" Target="/docProps/app.xml" Id="Rdf42d52d7b1f4d90" /><Relationship Type="http://schemas.openxmlformats.org/officeDocument/2006/relationships/officeDocument" Target="/ppt/presentation.xml" Id="R9b438a184235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a5c365ad8b47a6"/>
  </p:sldMasterIdLst>
  <p:notesMasterIdLst>
    <p:notesMasterId xmlns:r="http://schemas.openxmlformats.org/officeDocument/2006/relationships" r:id="R6d5f142fc9374e59"/>
  </p:notesMasterIdLst>
  <p:sldIdLst>
    <p:sldId xmlns:r="http://schemas.openxmlformats.org/officeDocument/2006/relationships" id="256" r:id="R414bcbcec7124105"/>
    <p:sldId xmlns:r="http://schemas.openxmlformats.org/officeDocument/2006/relationships" id="257" r:id="Ra0ad7647fd8146e1"/>
    <p:sldId xmlns:r="http://schemas.openxmlformats.org/officeDocument/2006/relationships" id="258" r:id="Rbeb12cf33abe459e"/>
    <p:sldId xmlns:r="http://schemas.openxmlformats.org/officeDocument/2006/relationships" id="259" r:id="Rcdc3208213db4b24"/>
    <p:sldId xmlns:r="http://schemas.openxmlformats.org/officeDocument/2006/relationships" id="260" r:id="R116115cf16734ce2"/>
    <p:sldId xmlns:r="http://schemas.openxmlformats.org/officeDocument/2006/relationships" id="261" r:id="R9d5bea859e144dae"/>
    <p:sldId xmlns:r="http://schemas.openxmlformats.org/officeDocument/2006/relationships" id="262" r:id="R8df41c9964634567"/>
    <p:sldId xmlns:r="http://schemas.openxmlformats.org/officeDocument/2006/relationships" id="263" r:id="Rc531de9514d649a7"/>
    <p:sldId xmlns:r="http://schemas.openxmlformats.org/officeDocument/2006/relationships" id="264" r:id="Rba3eb31317f946fb"/>
    <p:sldId xmlns:r="http://schemas.openxmlformats.org/officeDocument/2006/relationships" id="265" r:id="Rd579a30af13741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df4fcb036a4fcd" /><Relationship Type="http://schemas.openxmlformats.org/officeDocument/2006/relationships/slideMaster" Target="/ppt/slideMasters/slideMaster1.xml" Id="R19a5c365ad8b47a6" /><Relationship Type="http://schemas.openxmlformats.org/officeDocument/2006/relationships/notesMaster" Target="/ppt/notesMasters/notesMaster1.xml" Id="R6d5f142fc9374e59" /><Relationship Type="http://schemas.openxmlformats.org/officeDocument/2006/relationships/presProps" Target="/ppt/presProps.xml" Id="Ra751091439294e2b" /><Relationship Type="http://schemas.openxmlformats.org/officeDocument/2006/relationships/tableStyles" Target="/ppt/tableStyles.xml" Id="R3cbb4e7b040141af" /><Relationship Type="http://schemas.openxmlformats.org/officeDocument/2006/relationships/slide" Target="/ppt/slides/slide1.xml" Id="R414bcbcec7124105" /><Relationship Type="http://schemas.openxmlformats.org/officeDocument/2006/relationships/slide" Target="/ppt/slides/slide2.xml" Id="Ra0ad7647fd8146e1" /><Relationship Type="http://schemas.openxmlformats.org/officeDocument/2006/relationships/slide" Target="/ppt/slides/slide3.xml" Id="Rbeb12cf33abe459e" /><Relationship Type="http://schemas.openxmlformats.org/officeDocument/2006/relationships/slide" Target="/ppt/slides/slide4.xml" Id="Rcdc3208213db4b24" /><Relationship Type="http://schemas.openxmlformats.org/officeDocument/2006/relationships/slide" Target="/ppt/slides/slide5.xml" Id="R116115cf16734ce2" /><Relationship Type="http://schemas.openxmlformats.org/officeDocument/2006/relationships/slide" Target="/ppt/slides/slide6.xml" Id="R9d5bea859e144dae" /><Relationship Type="http://schemas.openxmlformats.org/officeDocument/2006/relationships/slide" Target="/ppt/slides/slide7.xml" Id="R8df41c9964634567" /><Relationship Type="http://schemas.openxmlformats.org/officeDocument/2006/relationships/slide" Target="/ppt/slides/slide8.xml" Id="Rc531de9514d649a7" /><Relationship Type="http://schemas.openxmlformats.org/officeDocument/2006/relationships/slide" Target="/ppt/slides/slide9.xml" Id="Rba3eb31317f946fb" /><Relationship Type="http://schemas.openxmlformats.org/officeDocument/2006/relationships/slide" Target="/ppt/slides/slide10.xml" Id="Rd579a30af13741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f155ca8c444a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2f0046ef894f67" /><Relationship Type="http://schemas.openxmlformats.org/officeDocument/2006/relationships/notesMaster" Target="/ppt/notesMasters/notesMaster1.xml" Id="Re0f60f33a7f544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dbc2a00837400d" /><Relationship Type="http://schemas.openxmlformats.org/officeDocument/2006/relationships/notesMaster" Target="/ppt/notesMasters/notesMaster1.xml" Id="Re0eabc089a8c4f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2cf628f7eb435d" /><Relationship Type="http://schemas.openxmlformats.org/officeDocument/2006/relationships/notesMaster" Target="/ppt/notesMasters/notesMaster1.xml" Id="Re7752bf91bd24e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21bdf571404b7b" /><Relationship Type="http://schemas.openxmlformats.org/officeDocument/2006/relationships/notesMaster" Target="/ppt/notesMasters/notesMaster1.xml" Id="R6750d8285fa049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822e018088448d" /><Relationship Type="http://schemas.openxmlformats.org/officeDocument/2006/relationships/notesMaster" Target="/ppt/notesMasters/notesMaster1.xml" Id="R75e33334d94f43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d2d0bcb6d34276" /><Relationship Type="http://schemas.openxmlformats.org/officeDocument/2006/relationships/notesMaster" Target="/ppt/notesMasters/notesMaster1.xml" Id="R24c2d9c006ed49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6fadcf3fd74f97" /><Relationship Type="http://schemas.openxmlformats.org/officeDocument/2006/relationships/notesMaster" Target="/ppt/notesMasters/notesMaster1.xml" Id="R27c8336b70d040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be1090fe954abc" /><Relationship Type="http://schemas.openxmlformats.org/officeDocument/2006/relationships/notesMaster" Target="/ppt/notesMasters/notesMaster1.xml" Id="Rdbc106f8961b4e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94a069c5cb4a11" /><Relationship Type="http://schemas.openxmlformats.org/officeDocument/2006/relationships/notesMaster" Target="/ppt/notesMasters/notesMaster1.xml" Id="R0085a52a390043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72d112e94d49f4" /><Relationship Type="http://schemas.openxmlformats.org/officeDocument/2006/relationships/notesMaster" Target="/ppt/notesMasters/notesMaster1.xml" Id="R5fce5d57c3ef4b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本页约35秒。R3 先评估预测质量、触发成本和学习充分性；旧 Release、负结果与失败记录不改，完整研究仍未完成。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本页约45秒。R3 将标签语义、候选关系、完整预测指标、触发成本和预算阶梯分开核查，避免把单一触发计数解释成收益。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本页约35秒。任务到达、服务、deadline、能量、损毁和通信合同保持不变；R3 只冻结 tape 隔离并用同一执行协议比较。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本页约35秒。Graph-5 保留 UAV、Task、Region、Target、Event 及 UAV–Task 边；实体置换测试通过，Graph-2 共享公开观测但单列压缩表示。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本页约50秒。8192 环境步由阶梯证据支持；正式矩阵为五变体、三个训练 seed、每 seed 128 次实际 optimizer updates。结果是描述性比较，不宣称统计显著。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本页约45秒。新 final-test 只在选择完成后冻结。reward 仅略优于均值基线，event/done 没有表现出可用于触发的可靠优势；稀有事件使用 PR-AUC 与校准。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本页约45秒。同一 Graph-5 World checkpoint 配对比较 periodic、规则和 model-risk。规则有 continuation；0.1 风险在每个快照成立，因此模型触发没有节省。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本页约45秒。服务器 7 个 skip 是缺失旧 baseline，不冒充覆盖。延迟是仿真完整链路，样本量有限，不能外推真实飞控或竞赛控制周期。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本页约40秒。R3 的可交付结论是预测与触发当前不支持继续无目标扩训；若继续，应先重做未来重规划标签并扩大独立 tape。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本页约35秒。R3 制品包含源码、协议、tape 划分、checkpoint、优化器状态、日志和逐 seed 记录；新 Release 独立创建，人工评审和范围确认仍待执行。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cda12b93646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985beb433b46f9" /><Relationship Type="http://schemas.openxmlformats.org/officeDocument/2006/relationships/slideLayout" Target="/ppt/slideLayouts/slideLayout1.xml" Id="R5f66ec587b9c4b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66ec587b9c4b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5188fd41c4c3b" /><Relationship Type="http://schemas.openxmlformats.org/officeDocument/2006/relationships/notesSlide" Target="/ppt/notesSlides/notesSlide1.xml" Id="Rac135110fe7d48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b646fe2434114" /><Relationship Type="http://schemas.openxmlformats.org/officeDocument/2006/relationships/notesSlide" Target="/ppt/notesSlides/notesSlide2.xml" Id="R2f364a24cdb94a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a6e7fac30493e" /><Relationship Type="http://schemas.openxmlformats.org/officeDocument/2006/relationships/notesSlide" Target="/ppt/notesSlides/notesSlide3.xml" Id="Rd11c5439937148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be907258c4043" /><Relationship Type="http://schemas.openxmlformats.org/officeDocument/2006/relationships/notesSlide" Target="/ppt/notesSlides/notesSlide4.xml" Id="Rdb4da972b5fa4b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435f98f274cf0" /><Relationship Type="http://schemas.openxmlformats.org/officeDocument/2006/relationships/notesSlide" Target="/ppt/notesSlides/notesSlide5.xml" Id="R246dc06732b841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ff5245dee4510" /><Relationship Type="http://schemas.openxmlformats.org/officeDocument/2006/relationships/notesSlide" Target="/ppt/notesSlides/notesSlide6.xml" Id="R823aa9d1a84741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bafa0852f4e03" /><Relationship Type="http://schemas.openxmlformats.org/officeDocument/2006/relationships/notesSlide" Target="/ppt/notesSlides/notesSlide7.xml" Id="R1a738cef13e74e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0f77e9c084807" /><Relationship Type="http://schemas.openxmlformats.org/officeDocument/2006/relationships/notesSlide" Target="/ppt/notesSlides/notesSlide8.xml" Id="R258861f8d9ae44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13ebe92ac460f" /><Relationship Type="http://schemas.openxmlformats.org/officeDocument/2006/relationships/notesSlide" Target="/ppt/notesSlides/notesSlide9.xml" Id="R612ba0e9fa5947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a15ddefa4449b" /><Relationship Type="http://schemas.openxmlformats.org/officeDocument/2006/relationships/notesSlide" Target="/ppt/notesSlides/notesSlide10.xml" Id="R5c34f7b783d54c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F9A3B-D15F-46D6-A331-2BB4712D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0C4B9-1687-4AFA-8D8F-F9FEE1F0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6989A-CFAE-4E9E-9668-C9281145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904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M-10-R3 预测质量、触发成本与学习充分性评估</a:t>
            </a:r>
          </a:p>
          <a:p xmlns:a="http://schemas.openxmlformats.org/drawingml/2006/main">
            <a:pPr>
              <a:buNone/>
              <a:defRPr sz="33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无人机集群任务分配会议研发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076B0-EBB2-43B0-BDEA-0BE49B4A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预测审计  ·  触发成本  ·  负结果保留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576FD-6D86-43A7-B78A-430F6A43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476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43187-D6DC-4894-9308-8927F59D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4 UAV  ·  6 任务槽  ·  25 动作</a:t>
            </a:r>
          </a:p>
          <a:p xmlns:a="http://schemas.openxmlformats.org/drawingml/2006/main">
            <a:pPr>
              <a:buNone/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162 本地通过  ·  155 服务器通过  ·  7 baseline skip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8369-7264-4C9E-A82F-D71B157C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预测审计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4E00A-5B4E-4D21-943E-3BF7254D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公平矩阵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E7949-C5ED-46DF-AD0E-7EB6604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完整研究未完成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61F14-BD8F-4725-884B-6B301005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72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</a:t>
            </a:r>
          </a:p>
        </p:txBody>
      </p:sp>
    </p:spTree>
    <p:extLst>
      <p:ext uri="{BB962C8B-B14F-4D97-AF65-F5344CB8AC3E}">
        <p14:creationId xmlns:p14="http://schemas.microsoft.com/office/powerpoint/2010/main" val="16441595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392A9-3998-432F-9430-BE5D6787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2412A-6CFC-4820-A532-5E6C7E80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M-10-R3  /  预测与成本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8071B-FE22-425F-852C-D20CBDE2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B037D-9CAC-4732-951D-D2FA2F40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AAFB8-7880-4919-BC99-93D9BC09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证据：m10-r3-report.md + prediction-audit-r3.json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3E601-20F4-42CE-B675-7B8DFBCE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3DF51-EF38-4B80-8AB9-C59F95C3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本轮先验证预测是否有用，再判断触发与扩训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BA0DB-C4B6-46DE-90E4-870BFBDA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实证缺陷、设计取舍、负结果分开记录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BAC67-96F4-45FE-A65A-76A66F8F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5E30E-21D5-4224-965C-B032D833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标签窗口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471D1-BAB0-46D7-9049-01EAFD64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事件标签含义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BD931-27E5-4FFC-A428-997EE75E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一步后事件标签；尚未证明等价于未来重规划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DC182-1480-45F9-9CE3-7FC6EF47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18C0A-16C7-4EEE-BBD4-DCF0D9C3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关系与候选身份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B44C2-5D7F-4E1E-8AD9-1BC1AD4E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05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五类型实体 + UAV–Task 边；置换测试通过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F18A1-08B3-4C16-B355-4E067CEE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同 checkpoint 对照 periodic / rules / model-risk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BFCB9-FA8D-43DE-8186-209AB165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2CE6A-1508-4E9A-8E6E-880F787C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触发成本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EB37C-AB47-43CC-BBE9-7B1C9C2B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风险阈值 0.1 在 259/259 快照成立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96FDF-37C6-494C-990B-91365957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规则对照保留安全门禁，不删安全事件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E34A0-93E7-483B-8228-EB5A18F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456E1-B151-4933-81FC-EB32E48E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预测指标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692D9-684D-4297-83BD-85EC7043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5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reward / event PR-AUC / done / 校准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AD4F4-6F77-4140-9AF1-1EE9D432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独立 final-test 与 OOD tape，test 不选模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7DEE6-117C-4697-89F1-3C8D2DA1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473E1-F108-4B0E-8A10-EF5965E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学习充分性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40151-5E37-4161-A1F6-12F9382B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76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Graph-5 Base / History / World：2048→4096→8192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6BAB6F-1F45-449F-BE82-791083E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5 variants × 3 seeds × 8192；128 updates / seed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4192A-AFD8-4CDA-96C3-C4871201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旧 M-09 / M-10 / M-10-R Release、训练与失败记录保留。</a:t>
            </a:r>
          </a:p>
        </p:txBody>
      </p:sp>
    </p:spTree>
    <p:extLst>
      <p:ext uri="{BB962C8B-B14F-4D97-AF65-F5344CB8AC3E}">
        <p14:creationId xmlns:p14="http://schemas.microsoft.com/office/powerpoint/2010/main" val="991404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07109D-7301-43DF-9123-47E001FF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46FDC-BB3F-4A3F-B460-6CF7934B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M-10-R3  /  任务与执行合同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EDB3E-2404-4A18-B6EC-0B1892B1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E3CE2-1C96-43D3-95DC-C3D6D8F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4B97B-55F7-43BE-85BB-A3F21C5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证据：m10-r3-report.md + m10_environment.py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F7330-4B6A-42A8-87C3-E52CBD0F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4F1E0-7385-4E5C-901C-D5E6FE3B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任务执行合同保持不变，新增 tape 隔离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4427F-46FD-4542-8D4F-3D43CF5E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真实语义是比较前提；R3 只改测量与决策协议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502BF-D980-4D06-A5FF-D924415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D2C9A-1130-4A70-A3C1-459E975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固定规模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7062E-0A85-4DB1-BF73-F31BD4F7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 UAV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6 任务槽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25 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FBF84-475A-4CA4-BCF2-D860012F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780DE-5EDA-49AC-87FE-C0669B84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时间与能量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C1E66-7C86-4ABF-A77F-6160590A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955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18 时间单位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移动 / 服务 / 等待扣费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deadline 截断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23D6E-E826-42A1-BFC5-4F354E2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E01F3-CD26-4382-A958-F38B5B66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421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安全合同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13DEF-0B74-4EFE-AF02-19294024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421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版本化提议 → ACK → 独占租约 → ServiceClock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能量不足、损毁、断联可拒绝或中断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7FA28-F9B3-430C-84C2-C5C50F8D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9B721-D941-49C9-9222-EB62E8DA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收到已送达消息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F9B29-755D-42AF-9AFA-815CECFE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F4E73-AD7B-4492-A3A3-8A2A4A79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A5D69-A6AA-4227-8FD4-1357EEAD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可见快照与 mask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D953A-8FD6-4D1A-8180-A7F76734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65447-1769-42A1-8F68-DAEDC1E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8671F-28BD-43D0-B1E3-306705D9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候选动作提议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61C1FD-5B0A-4B8C-95EE-E363A034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DF3DC-C202-4010-85BD-791948B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663730-4EEC-40C9-A553-96D9840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ACK / 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6BA97-E937-4CA7-8D71-539F8087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CFFABF-AE37-4CFF-8877-7154022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9EC444-006A-4D0C-B4C1-A793D713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物理推进与反馈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9AC1B1-1899-4F2E-8036-C46DE8A9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返航、换电、充电：最低范围待会议确认，未被静默排除。</a:t>
            </a:r>
          </a:p>
        </p:txBody>
      </p:sp>
    </p:spTree>
    <p:extLst>
      <p:ext uri="{BB962C8B-B14F-4D97-AF65-F5344CB8AC3E}">
        <p14:creationId xmlns:p14="http://schemas.microsoft.com/office/powerpoint/2010/main" val="1398397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41DE4-553D-4FE3-96DA-C6B1832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0B4D3-DC6A-48A5-A94C-BB98CC2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M-10-R3  /  五类型图与公平表示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3D0B5-D5E5-4DD8-93CA-DACA6E70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20B85-460F-439F-B10F-0487FD50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4835D-3B84-49B2-8E1A-01D67F0B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证据：m10-r3-report.md + server-evidence-r3.json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DE4ED-55DF-4826-9154-CEB7652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E40A6-0E8C-4C40-86E7-8B4AF9B1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同一公开观测、动作与 tape；保留实体关系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D49CD-48AB-46E0-9E2B-D009615F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R3 冻结五类型公平矩阵；R2 结果独立保留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E5299-046E-4771-A0BE-27369422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A5612-2BF8-474C-B3D0-F7A73AF2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UAV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B472E-30DA-4F49-B8D4-99593C88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位置、能量、alive、链路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38778-089F-4B6E-B9E5-D0AD452F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12B64-4016-4B1B-8B74-5C37FC6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Region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A1B5C-FBFE-4C38-98FD-5ACF46D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区域身份与位置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B51E4-120F-4308-B4EC-C36AFFA5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70877-28D3-42AF-A084-FC57F635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1797A-872F-45C5-997C-1F9F1CF7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目标身份与位置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4196B-FABB-4C85-9BE6-3E0E07A6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5914B-DCFD-44B4-9AF5-37449BF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EEFB4-CC0F-4920-A7CF-46EA931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到达、服务、deadline、priority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B24C8-F7F3-45E4-8134-A5879C01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00546-9E4A-452E-8E1D-1F66D2DC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B3907-B322-45DD-9EE8-96A06F36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已送达事件及年龄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99F058-1CBF-4138-852D-D0E8CC07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D3C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AD1AFC-E7A6-4D2A-8DB0-87DC73BD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UAV–Task 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45639-B04E-47DF-B02C-F27DED8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distance  ·  visibility  ·  legal mask  ·  region relation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77DC7-3EE7-4203-AD84-892D0342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8B7FA-74E6-4BCC-ADD1-8C9E45F8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53025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实体置换测试通过：交换任务后，候选 score 相应置换，而非保持固定动作 logits。</a:t>
            </a:r>
          </a:p>
        </p:txBody>
      </p:sp>
    </p:spTree>
    <p:extLst>
      <p:ext uri="{BB962C8B-B14F-4D97-AF65-F5344CB8AC3E}">
        <p14:creationId xmlns:p14="http://schemas.microsoft.com/office/powerpoint/2010/main" val="2025110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7C5FE2-5452-4AFC-AC24-07ADE9EB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BA925-3E38-4C3D-8807-B08917F0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M-10-R3  /  正式公平矩阵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83501-0ABB-4DC8-A5E3-12A1796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CEB63-9D43-49DF-9E26-CF26A38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21888-6205-41C9-A16F-9F45B0F4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证据：training-results-r3-summary.json + formal-matrix.json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BC6D4-68B0-4C60-B7C7-2BCB9670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B3DEC-6C63-4185-B822-76670CB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同一环境、动作、tape、8192 步和 3 seed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4B3B6-EA3E-497A-B155-FFC014D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每组 32 rollout × 4 epoch = 128 optimizer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BA482-3910-43C9-97D2-F28E0B1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变体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A07C7-99C6-493B-81B8-F7D01DA6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05F2D-A20B-4AD6-A3D3-8926B9DC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90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过期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6C94A-C51F-44E9-A5B6-6358C212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90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18B4C-9B1C-450A-B2CA-B81C192C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吞吐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F13F5-3EFF-40E9-84D9-7D66FBA2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actor / cont.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A369D-BF3D-41C0-B51B-9DF646B8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215DD-C565-482F-A2B0-8BC06BB5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MLP-2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805BF-4C66-46E6-8EA9-E34ECF6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4.104 ± .16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410A1-E176-4A67-A3D1-9B8C3E9E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1.896 ± .16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9E685-4506-4E31-8FB6-021E517D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32.445 ± 1.785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15501-6034-4B4C-BF94-53BEEE66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142.9 step/s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8A947-DBDC-4C55-B453-5D2FB187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8192 /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5CC71-EC89-4008-81D3-F453E16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0B645-2001-44CD-8ED6-AC46115B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Graph-2 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B4A6B-056D-4E4E-994F-272905B3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4.104 ± .16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2CC31-25F1-41F6-A10D-FD866196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1.896 ± .16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B21F55-6B9E-4C76-9B9E-B94E0B6D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32.424 ± 1.777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3918BD-0266-4948-A634-C5B88AB3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78.0 step/s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FF6C9-0C78-4B53-8E4E-F38470AD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62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8192 / 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5600B-8B7E-4D05-BF71-14BE459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24438-BAAE-4C53-B721-7FC86050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23CEC1-67A0-4676-80D4-9A85614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3.896 ± .20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503E6-45C9-4061-888E-4EC88E7B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76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2.104 ± .20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6609DE-9315-48AA-AA9B-47F2F343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766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29.521 ± 2.523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84A5A7-65BA-48EE-AECB-ECEB1CF1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77.9 step/s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3F367-CB99-4157-8378-8B691456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8192 / 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E68185-D78F-48F5-80F7-40473A14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28C97B-8477-4211-B490-A0617BC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Graph-History-5 Base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0F1713-08EE-464A-BC8E-66D75C38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4.000 ± .00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909408-E901-4480-99E9-153CD0CB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90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2.000 ± .00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D6D897-44E0-47FC-85C1-E4D28D1F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30.988 ± 1.884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558676-DC7D-4C92-830E-2554858D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68.4 step/s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0ACFA1-0BBB-42C0-A35B-F0CEFF3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8192 / 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82E384-9E30-434E-AD81-90511C5B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AFB84B-3BFF-4C54-911C-0F9E362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World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D5E315-6054-4AC0-9AF1-4C85F209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4.083 ± .12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734BFC-D059-4099-9D56-0A78A71A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05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1.917 ± .12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3C9C09-9F9D-48CF-85DE-51A0FEE8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32.156 ± 2.179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2A0770-9863-4750-B7E8-C30F09D3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05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70.6 step/s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EE9718-2D20-4664-8144-C4D3CA5E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8192 / 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80FD69-1051-4EC7-92E0-EC8CD98D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7B0954-8EF1-4A42-8447-18D2AF0A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预定协议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D3193B-E2EE-4710-B334-9D27F0E6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9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36439A-6BF7-4DD6-8FE2-BA10EEFB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9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F7D647-3602-4E43-99A5-E5356A92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196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5×3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A23BC7-78BC-4A3E-8AEE-5AE06F63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9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same tape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30C294-7A70-413E-8D6D-09485AAF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9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128 / seed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F63C3B-AAF8-4F82-84BA-8CA232E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± 为三个训练 seed 间样本标准差；每个 seed 128 次 optimizer updates。</a:t>
            </a:r>
          </a:p>
        </p:txBody>
      </p:sp>
    </p:spTree>
    <p:extLst>
      <p:ext uri="{BB962C8B-B14F-4D97-AF65-F5344CB8AC3E}">
        <p14:creationId xmlns:p14="http://schemas.microsoft.com/office/powerpoint/2010/main" val="522130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AE8AA-1151-4798-AC71-0B0C8E8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5D2B0-4627-4E46-8C3A-F0997728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M-10-R3  /  世界模型测试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5C47B-2A0B-4FC6-AB49-2A8C569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20445-223F-48CF-8D70-66CA5B1D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7B3E0-EE56-4058-A372-5BA2FFC0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证据：prediction-audit-r3.json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A0383-6EF2-4152-BC87-CCABBA2C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11842-B780-4410-A6AE-F4207416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新 final-test：预测不优于简单基线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5467F-6EB2-4245-93EA-2616150E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历史 test 仅作回归；final-test 在选择后冻结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75222-D997-4A80-BCA4-F6B64026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170CE-1455-43C8-BC31-3791F054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固定数据划分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6C69C-FA22-4FDA-B657-A662D63A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495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32 train episodes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validation episodes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historical test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final test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OOD episodes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rows 546 / 272 / 274 / 276 / 278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4687B-AF79-493E-868C-7897C7DB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61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789F8-BB50-41CF-BE90-A977E03E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test 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13863-F00F-4F4F-9DEF-27A4A9AD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51625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final reward RMSE 3.046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mean baseline RMSE 3.099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event BCE 0.258 · done BCE 0.266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PR-AUC .077 / .134 / .061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0.5 precision/recall =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CD7EE-B954-4101-A72E-C4865E2F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event positives：damage/disconnect/reconnect = 16/276；reserved=0；done Brier=.058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73426-DBAC-4EDA-99ED-AC39F38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标签为下一环境间隔语义，尚未验证为未来重规划需求；最终指标不用于选阈值。</a:t>
            </a:r>
          </a:p>
        </p:txBody>
      </p:sp>
    </p:spTree>
    <p:extLst>
      <p:ext uri="{BB962C8B-B14F-4D97-AF65-F5344CB8AC3E}">
        <p14:creationId xmlns:p14="http://schemas.microsoft.com/office/powerpoint/2010/main" val="899534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B7347-6C1A-47C2-B118-72DBC9A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E9D84-EEB2-4630-BED2-78C9B2DB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M-10-R3  /  触发成本对照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9D46E-1D1E-4A6B-B47E-13177E79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D0F44-B1AA-4766-87E3-7ABA0EFF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3539D-EF6E-4DF3-BDB9-C472D24B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证据：trigger-comparison-r3.json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F5AC8-EFDA-486D-A9EC-5C711404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DC66D-7282-4FB8-94F7-FDAE0028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同一 checkpoint 配对：rules 节省，model-risk 不节省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67A80-002E-4E4B-ABB4-968146D1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不触发时续 ACK lease；不重复提交，语义与策略权重不变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E3BAC-A19D-4123-9D8E-99342EBE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9E2A4-A3A6-4688-B8CA-6A1BDD7C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4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强制触发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D2FC4-21F3-4BA3-9340-B403A4CB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240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task arrival、confirmed fault、recovery、completion、safety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4844C-16F6-4812-9EE9-87B02E8A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B141B-AFD3-4549-9924-2D306013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模型决策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9F6F2-D0CB-46B9-9040-768CA2FE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670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validation threshold 0.1；max wait 3；risk 259/259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7DADB-CCFA-4261-B364-892CA9EA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DD597-FCD0-48A0-BC29-606F6DC6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不触发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BE1AD-C90C-4E48-8772-C6F32251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rules：actor 9.125 / episode；continuation 7.875 / episode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525FB-CB9A-4F51-8F09-80B2DEC8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CF7D8-AFB5-45BE-B2C1-2CBD7183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实际记录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B3B5D-76F1-4DD7-845F-76A12033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529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periodic 16.188 actor；rules 9.125；model-risk 16.188 / episode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43BA4-6426-4E9E-948F-C826B4B9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7E7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F38EB-E120-4D45-8C1C-30BC107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00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rules return 6.552；model-risk return 19.500，与 periodic 相同</a:t>
            </a:r>
          </a:p>
        </p:txBody>
      </p:sp>
    </p:spTree>
    <p:extLst>
      <p:ext uri="{BB962C8B-B14F-4D97-AF65-F5344CB8AC3E}">
        <p14:creationId xmlns:p14="http://schemas.microsoft.com/office/powerpoint/2010/main" val="1207051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8CC44-8F06-407D-9D9A-DED81959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20204-B874-47A8-8EEC-CD665C92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M-10-R3  /  安全验收与完整延迟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FAAF4-C03F-4D6C-A630-09C2D3D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C01A4-1B62-46F1-88F4-6E2472E6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8786A-157B-4FBE-8DD5-6549D40C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证据：m10-r3-report.md + server-evidence-r3.json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89C0-593D-4795-A040-CD534A4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BCCE1-C80C-4969-B132-CE402E02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安全链路保留；完整决策链成本已测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89B28-1F99-4C87-98A9-0191B044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同一 snapshot 复用 context/risk；首样本 CUDA warmup 单独解释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9E20D-BACB-4D8B-8252-07EAF2CB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414F0-29D7-47A0-A12D-AF6DDA47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服务器因果验收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80561-75BF-432D-9BD5-B7A99ED6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305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11 targeted passed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155 passed / 7 skipped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未来输入不可见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stale / ACK / lease / OOD 回退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实体置换与 actor skip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C81CC-60A7-4C21-9EB0-1606143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619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308A8-48AF-453B-A958-3FB86119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R3 trigger latency，毫秒；259–272 samples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BA6E7-87AB-44C6-8F40-CF5E9AD6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5162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periodic CPU 2.226 / 2.361 / 2.407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rules CPU 1.943 / 2.360 / 2.406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model-risk CPU 2.219 / 2.350 / 2.393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mean / P95 / P99；原始样本保留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039D1-3D82-4605-8EBD-C442A260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服务器回归：155 passed · 7 skipped（baseline 缺失）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162AF-4BEF-4A86-A99F-50FC173E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仿真完整链路测量；尾分位样本仍有限，不宣称真实控制周期达标。</a:t>
            </a:r>
          </a:p>
        </p:txBody>
      </p:sp>
    </p:spTree>
    <p:extLst>
      <p:ext uri="{BB962C8B-B14F-4D97-AF65-F5344CB8AC3E}">
        <p14:creationId xmlns:p14="http://schemas.microsoft.com/office/powerpoint/2010/main" val="573151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BE9CA-68E9-459D-8FB8-AC613AB2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82760-0A75-4506-8FE5-4D823059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M-10-R3  /  限制与下一步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C3C2F-D617-4808-A56D-1C8922C9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94C3C-6E4D-4721-AE0E-8E984382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4617B-4F2E-45C3-AD4A-4A1DED0F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证据：m10-r3-limitations.md + status.json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F3E1F-1A1C-483C-B5AB-8FAD8874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E4D11-1CA9-4D74-8130-ED2D874E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R3 预测与成本评估完成，完整研究仍未完成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B311B-3C81-4F6E-9D0F-BFCD6850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工程正确性、效果证据与未确认范围分开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0C3AF-7349-4E77-B70B-31276FFF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A419D-2117-4D94-99A6-45501BEB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本轮已完成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941C2-465C-4AAE-9766-FB226F8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6863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独立 final-test + OOD tape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reward/event/done + PR-AUC/ECE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periodic/rules/model-risk 配对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2048→4096→8192 阶梯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5×3 正式矩阵与制品归档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46CF0-007B-470D-8DFC-28C5D930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33297-A734-4009-A553-DCDDAB24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仍待闭合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C4B8A-CF26-4CE1-A720-93B8FEE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46863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事件标签尚未证明=未来重规划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risk 0.1 每步触发，模型无节省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World 不超过 MLP-2 / Graph-2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真实周期、返航/换电/充电范围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飞行、导师评审与汇报日期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455CD-D44B-47E6-BD9D-1A6A36F9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full_goal_complete = false</a:t>
            </a:r>
          </a:p>
        </p:txBody>
      </p:sp>
    </p:spTree>
    <p:extLst>
      <p:ext uri="{BB962C8B-B14F-4D97-AF65-F5344CB8AC3E}">
        <p14:creationId xmlns:p14="http://schemas.microsoft.com/office/powerpoint/2010/main" val="901814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DA287-0AAC-4610-A501-D249355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143E4-47CF-4433-BA57-A2EA8673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M-10-R3  /  归档与复现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E88D8-60B1-4E52-B86F-EF3F3B79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C9930-CEB5-4895-8B51-71F558A2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CEEA0-D812-4C2D-AD3E-038D6750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证据：m10-r3-reproduction-runbook.md + server-evidence-r3.json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8DFD0-97D1-4E2D-847A-E39F6DF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51925-9783-4867-9584-D5757D11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R3 制品已下载并校验；新 Release 独立创建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439FA-6917-4A61-9C66-5D24706A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预测可测不等于触发有效，更不等于真实部署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4A7DE-450A-488C-8EF5-3B26CC4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DA275-6CA3-4897-8413-BAB33837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成功矩阵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EFC60-735D-4A41-BA4D-72291983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876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20260907-r3-prediction-trigger-cost-v1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prediction + trigger + ladder + formal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15 formal checkpoints + optimizer/recovery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final-test / OOD tape + raw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A2250-0E8C-44C2-BB70-E1D6D692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93817-853B-40A7-ADA8-9E6213F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CF81C-A09E-4C0E-9E95-6D1D429B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46863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source b3a0b6d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formal SHA 582c19e0…f1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source SHA 6a459585…04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旧 R2 Release 未修改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3176A-B430-4156-A6E2-DD74E77D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新 M-10-R3 Release：材料、SHA 与 GitHub API 校验后独立创建；不覆盖 main / 旧 Release。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E74B9-E032-4CBC-B67C-ED33B128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人工评审：not_held</a:t>
            </a:r>
          </a:p>
        </p:txBody>
      </p:sp>
    </p:spTree>
    <p:extLst>
      <p:ext uri="{BB962C8B-B14F-4D97-AF65-F5344CB8AC3E}">
        <p14:creationId xmlns:p14="http://schemas.microsoft.com/office/powerpoint/2010/main" val="186694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2026-09-07T06:57:12.8380000Z</dcterms:created>
  <dcterms:modified xsi:type="dcterms:W3CDTF">2026-09-07T06:57:12.8380000Z</dcterms:modified>
</coreProperties>
</file>