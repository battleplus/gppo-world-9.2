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9425fbd3347fb" /><Relationship Type="http://schemas.openxmlformats.org/officeDocument/2006/relationships/extended-properties" Target="/docProps/app.xml" Id="R4a85ec6bab234965" /><Relationship Type="http://schemas.openxmlformats.org/officeDocument/2006/relationships/officeDocument" Target="/ppt/presentation.xml" Id="R83e2c0d2fe734e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5f311619914c67"/>
  </p:sldMasterIdLst>
  <p:notesMasterIdLst>
    <p:notesMasterId xmlns:r="http://schemas.openxmlformats.org/officeDocument/2006/relationships" r:id="R495768cb635a4b9e"/>
  </p:notesMasterIdLst>
  <p:sldIdLst>
    <p:sldId xmlns:r="http://schemas.openxmlformats.org/officeDocument/2006/relationships" id="256" r:id="Rfdf1e309502c408b"/>
    <p:sldId xmlns:r="http://schemas.openxmlformats.org/officeDocument/2006/relationships" id="257" r:id="R84559914788d42d3"/>
    <p:sldId xmlns:r="http://schemas.openxmlformats.org/officeDocument/2006/relationships" id="258" r:id="Rd52ce28fc091405e"/>
    <p:sldId xmlns:r="http://schemas.openxmlformats.org/officeDocument/2006/relationships" id="259" r:id="R4f3193b82d90499c"/>
    <p:sldId xmlns:r="http://schemas.openxmlformats.org/officeDocument/2006/relationships" id="260" r:id="Rf5df3a9c41a64b82"/>
    <p:sldId xmlns:r="http://schemas.openxmlformats.org/officeDocument/2006/relationships" id="261" r:id="R58ebd9dcbda24c26"/>
    <p:sldId xmlns:r="http://schemas.openxmlformats.org/officeDocument/2006/relationships" id="262" r:id="Rb632579158f44c86"/>
    <p:sldId xmlns:r="http://schemas.openxmlformats.org/officeDocument/2006/relationships" id="263" r:id="Rf4ff06453d1d4326"/>
    <p:sldId xmlns:r="http://schemas.openxmlformats.org/officeDocument/2006/relationships" id="264" r:id="R524dbff057bb49ea"/>
    <p:sldId xmlns:r="http://schemas.openxmlformats.org/officeDocument/2006/relationships" id="265" r:id="Re2780da65cf340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49c9e026d7444c" /><Relationship Type="http://schemas.openxmlformats.org/officeDocument/2006/relationships/slideMaster" Target="/ppt/slideMasters/slideMaster1.xml" Id="R615f311619914c67" /><Relationship Type="http://schemas.openxmlformats.org/officeDocument/2006/relationships/notesMaster" Target="/ppt/notesMasters/notesMaster1.xml" Id="R495768cb635a4b9e" /><Relationship Type="http://schemas.openxmlformats.org/officeDocument/2006/relationships/presProps" Target="/ppt/presProps.xml" Id="Rab63a652448341b0" /><Relationship Type="http://schemas.openxmlformats.org/officeDocument/2006/relationships/tableStyles" Target="/ppt/tableStyles.xml" Id="R0a156da948134e57" /><Relationship Type="http://schemas.openxmlformats.org/officeDocument/2006/relationships/slide" Target="/ppt/slides/slide1.xml" Id="Rfdf1e309502c408b" /><Relationship Type="http://schemas.openxmlformats.org/officeDocument/2006/relationships/slide" Target="/ppt/slides/slide2.xml" Id="R84559914788d42d3" /><Relationship Type="http://schemas.openxmlformats.org/officeDocument/2006/relationships/slide" Target="/ppt/slides/slide3.xml" Id="Rd52ce28fc091405e" /><Relationship Type="http://schemas.openxmlformats.org/officeDocument/2006/relationships/slide" Target="/ppt/slides/slide4.xml" Id="R4f3193b82d90499c" /><Relationship Type="http://schemas.openxmlformats.org/officeDocument/2006/relationships/slide" Target="/ppt/slides/slide5.xml" Id="Rf5df3a9c41a64b82" /><Relationship Type="http://schemas.openxmlformats.org/officeDocument/2006/relationships/slide" Target="/ppt/slides/slide6.xml" Id="R58ebd9dcbda24c26" /><Relationship Type="http://schemas.openxmlformats.org/officeDocument/2006/relationships/slide" Target="/ppt/slides/slide7.xml" Id="Rb632579158f44c86" /><Relationship Type="http://schemas.openxmlformats.org/officeDocument/2006/relationships/slide" Target="/ppt/slides/slide8.xml" Id="Rf4ff06453d1d4326" /><Relationship Type="http://schemas.openxmlformats.org/officeDocument/2006/relationships/slide" Target="/ppt/slides/slide9.xml" Id="R524dbff057bb49ea" /><Relationship Type="http://schemas.openxmlformats.org/officeDocument/2006/relationships/slide" Target="/ppt/slides/slide10.xml" Id="Re2780da65cf340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201a60dd9943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17393576054b6a" /><Relationship Type="http://schemas.openxmlformats.org/officeDocument/2006/relationships/notesMaster" Target="/ppt/notesMasters/notesMaster1.xml" Id="R06d5b5a56fdb45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26c01762554edb" /><Relationship Type="http://schemas.openxmlformats.org/officeDocument/2006/relationships/notesMaster" Target="/ppt/notesMasters/notesMaster1.xml" Id="R70464c49d10e40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2f84885644916" /><Relationship Type="http://schemas.openxmlformats.org/officeDocument/2006/relationships/notesMaster" Target="/ppt/notesMasters/notesMaster1.xml" Id="R7741394639154b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3c9c5ef513452c" /><Relationship Type="http://schemas.openxmlformats.org/officeDocument/2006/relationships/notesMaster" Target="/ppt/notesMasters/notesMaster1.xml" Id="R9e4bf2fbe9af43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2e8ddd236b4fe2" /><Relationship Type="http://schemas.openxmlformats.org/officeDocument/2006/relationships/notesMaster" Target="/ppt/notesMasters/notesMaster1.xml" Id="R871c5086be094c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62cdddcd4444b1" /><Relationship Type="http://schemas.openxmlformats.org/officeDocument/2006/relationships/notesMaster" Target="/ppt/notesMasters/notesMaster1.xml" Id="R4298274de3324d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243f0d5ca04d64" /><Relationship Type="http://schemas.openxmlformats.org/officeDocument/2006/relationships/notesMaster" Target="/ppt/notesMasters/notesMaster1.xml" Id="R801d2f4fbbfe4a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8541ece4254701" /><Relationship Type="http://schemas.openxmlformats.org/officeDocument/2006/relationships/notesMaster" Target="/ppt/notesMasters/notesMaster1.xml" Id="R3c99be6b75fb45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6c9a5a24854391" /><Relationship Type="http://schemas.openxmlformats.org/officeDocument/2006/relationships/notesMaster" Target="/ppt/notesMasters/notesMaster1.xml" Id="Rd3577f10a90547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53a03f41884069" /><Relationship Type="http://schemas.openxmlformats.org/officeDocument/2006/relationships/notesMaster" Target="/ppt/notesMasters/notesMaster1.xml" Id="R0bcfdb215f1a4a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本页约35秒。今天汇报M-10真实环境语义、服务器训练和公平对照。M-09冻结包保留不改，本轮不把旧模型复现当成新策略结果。人工评审还没有发生。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本页约45秒。环境固定4架无人机、6个任务槽、25个动作和18个归一化时间单位。任务必须先到达，策略只看到已收到信息。动作要经过版本、提议、ACK和租约，分配不是完成。返航换电充电仍待会议确认。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四类扰动都在同一ServiceClock中推进。新任务到达前不会出现在策略槽位。能量不足可能在执行层拒绝，即使策略当时的公开遥测还显示可用。损毁和断联必须经过收到的状态更新，策略不能直接读事件队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本页约45秒。7项通过的是完整环境验收，不是单独组件测试。未来事件、延迟消息、stale版本、ACK租约、隐藏真值拒绝、事件调度和完成分类都实际检查。服务器全套139 passed、7 skipped，skip来自没有旧baseline。历史两个Shadow timeout在受控服务器重跑通过，50ms阈值没有改。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40秒。对照协议固定环境和预算，只改变编码、历史和上下文。两类型与五类型都来自同一公开数据，不能把类型标签变化写成信息优势。事件触发的0.5矩阵没有触发，0.2是补充敏感性结果，两个结果都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世界模型使用1059条transition，按episode拆分。融合策略确实消费了冻结模型输出的预测context，但结果没有完成数提升。world和trigger的完成数均值都是4.0，return约31.0。世界模型不覆盖动作mask、执行真值或直接发送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本页约55秒。图示使用可编辑形状展示5变体结果。Graph-2和Graph-History-5完成数均值4.33，MLP和两类world均值4.0。return的三个seed CI较宽，不能把这个小预算结果说成普遍优越。world与trigger没有稳定增益，trigger只是在0.2门槛下实际触发。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本页约45秒。阈值0.5没有触发，保留为负结果。阈值0.2每个episode触发5次，说明触发链路可以工作，但完成数和world相同。CPU policy均值0.484ms，GPU 0.950ms。小模型上GPU同步开销更大，这不是算法结论，也不是硬实时证明。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工程环境、训练和归档已经完成本轮范围，但科研目标没有全部完成。返航换电充电待确认，五类型真实资产、长预算、公平比较、真实链路和控制周期都还需要下一阶段。full_goal_complete仍是false。人工彩排和导师评审由用户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本页约45秒。演示入口先跑causal acceptance，再运行matrix。训练包包含world model、15个checkpoint、逐seed结果和日志。服务器到本地下载与独立解包通过。最后强调可复现不等于稳定收益，人工评审尚未发生。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677f1ff324d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713674084a4068" /><Relationship Type="http://schemas.openxmlformats.org/officeDocument/2006/relationships/slideLayout" Target="/ppt/slideLayouts/slideLayout1.xml" Id="Rbf3226fb883844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3226fb883844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95dc280ce4eef" /><Relationship Type="http://schemas.openxmlformats.org/officeDocument/2006/relationships/notesSlide" Target="/ppt/notesSlides/notesSlide1.xml" Id="R0281b36e8d0c4c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555f695a94240" /><Relationship Type="http://schemas.openxmlformats.org/officeDocument/2006/relationships/notesSlide" Target="/ppt/notesSlides/notesSlide2.xml" Id="R8046e3dfdee447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276dfc1b94167" /><Relationship Type="http://schemas.openxmlformats.org/officeDocument/2006/relationships/notesSlide" Target="/ppt/notesSlides/notesSlide3.xml" Id="R36644fc08e4144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cd44b61c249ba" /><Relationship Type="http://schemas.openxmlformats.org/officeDocument/2006/relationships/notesSlide" Target="/ppt/notesSlides/notesSlide4.xml" Id="Rb0b7980bb4144d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d691d22854cf0" /><Relationship Type="http://schemas.openxmlformats.org/officeDocument/2006/relationships/notesSlide" Target="/ppt/notesSlides/notesSlide5.xml" Id="R985047e22e3545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3152f210848ba" /><Relationship Type="http://schemas.openxmlformats.org/officeDocument/2006/relationships/notesSlide" Target="/ppt/notesSlides/notesSlide6.xml" Id="R1f0107b410f04f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2ae9e5974424b" /><Relationship Type="http://schemas.openxmlformats.org/officeDocument/2006/relationships/notesSlide" Target="/ppt/notesSlides/notesSlide7.xml" Id="R88b19c47ae8446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0d981d1384469" /><Relationship Type="http://schemas.openxmlformats.org/officeDocument/2006/relationships/notesSlide" Target="/ppt/notesSlides/notesSlide8.xml" Id="Rfa1a3b3b100442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957b22c204464" /><Relationship Type="http://schemas.openxmlformats.org/officeDocument/2006/relationships/notesSlide" Target="/ppt/notesSlides/notesSlide9.xml" Id="Rb7382dffdd7045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173301b874ef3" /><Relationship Type="http://schemas.openxmlformats.org/officeDocument/2006/relationships/notesSlide" Target="/ppt/notesSlides/notesSlide10.xml" Id="Rab1c69809e4c46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A9422-F004-45D2-B83B-248CA0C7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31A3E-95E2-48E2-BD3B-7871632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62858-1DFD-4935-BD7A-F0BAD28F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M-10 会议研发目标</a:t>
            </a:r>
          </a:p>
          <a:p xmlns:a="http://schemas.openxmlformats.org/drawingml/2006/main">
            <a:pPr>
              <a:defRPr sz="34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真实环境语义与训练对照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63C60-71CE-4F5D-8E83-53751517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服务器实际训练  ·  因果验收  ·  负结果保留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8968E-C551-48F9-BD5F-D1D30E97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B476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5F5E8-11E8-44AB-99F9-F01F0C39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4 UAV  ·  6 任务槽  ·  25 动作</a:t>
            </a:r>
          </a:p>
          <a:p xmlns:a="http://schemas.openxmlformats.org/drawingml/2006/main">
            <a:pPr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Python 3.10.12  ·  Torch 2.2.2+cu121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F6ED0-016E-4305-A6C6-15903CB1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5A2"/>
          </a:solidFill>
          <a:ln xmlns:a="http://schemas.openxmlformats.org/drawingml/2006/main" w="0">
            <a:solidFill>
              <a:srgbClr val="7CE5A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24A9E-C9FF-416B-81D2-FA2976E0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环境已接入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4A581-4D61-43AA-A6FC-BE3FE47B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8FF"/>
          </a:solidFill>
          <a:ln xmlns:a="http://schemas.openxmlformats.org/drawingml/2006/main" w="0">
            <a:solidFill>
              <a:srgbClr val="7EB8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C9B38-307E-44D2-AF09-3900B81D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8162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矩阵已运行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4B1B9-76A0-469B-9457-B5B5833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34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62B7A-9526-4C97-B609-A879A3C2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8162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评审未举行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C1311-3DD1-48CA-8DA6-1CA5D684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72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</a:t>
            </a:r>
          </a:p>
        </p:txBody>
      </p:sp>
    </p:spTree>
    <p:extLst>
      <p:ext uri="{BB962C8B-B14F-4D97-AF65-F5344CB8AC3E}">
        <p14:creationId xmlns:p14="http://schemas.microsoft.com/office/powerpoint/2010/main" val="2034928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FA615D-ACEC-4659-8A12-4F6C0E8C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4303C-F303-4E79-A313-15E09A21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 /  任务与动作合同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0D44B-E166-41F4-8E3F-5F52EF2B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D72D1-9EE7-4729-8AE7-8C7CA61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5A619-A94E-4FA0-A48D-AA4FA917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证据：nodes/M-10/training-protocol.json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7568E-6BFA-44E7-A26A-21B84D59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0AA28-644E-415E-85B8-0279EC59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任务先到达，完成必须经过执行链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3FA19-47F1-4D95-98FB-C5763C07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策略输入和执行真值由不同对象维护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2D8E3-6AB8-415F-94E3-54B00E26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6A775-2CAB-4916-BF18-CAACE31E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固定环境规模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7726B-57DE-4D91-8950-15896A82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无人机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F91FC-CF80-4C7C-BAD9-D8E0ECFC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5CE4B-447E-4ECF-90FB-051DEA9F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公开任务槽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92089-94DD-48D9-9332-701BBFAA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0E236-4144-4ADE-988C-2266AEC0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动作数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4A20F-311C-4908-903A-BD2DD8C4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35C71-1CE6-48C4-AAC9-18A201EC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时间范围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1B12F-2965-4530-8FD1-1BBDA5AE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FC5B9-6EEF-4FED-9731-9FEDD3BA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095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FDD07-4633-4944-9394-94793690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8FD3E-7E6A-41D3-B415-74AFCEB1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24 个 UAV×Task 分配动作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D8414-24B9-415B-825C-B87233CE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B69F6-865D-4BE4-9832-4914A3D4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1 个 NOOP，padding 不分配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97EDF-F605-45EF-BCDA-45249227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9E1AF-516F-42E9-89FF-7D3B6FCA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一次决策的真实路径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DDC0C-4D00-4115-B876-7DE768A4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903FBB-1ADA-43DE-932D-D7DA8C63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860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F567F-72B2-4ED5-999A-55B598E1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收到遥测 / 任务到达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058C6-F917-4723-B360-C12CD304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C3226-DFD4-4421-BF61-6AF174C9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040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4543D-A298-4573-88F4-C49C6C34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公开快照与合法 mask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876404-669B-4DB1-BC05-E5BB10AD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C9DE34-4711-4E01-98E2-B6F6993B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147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4BFAD8-2AA1-4F1F-A72A-2BF0999B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版本化提议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A0101A-4A9F-4D32-8DE4-CDD40D62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36322-2B28-45C2-AEBF-E45EF67F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2910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6CFED0-E3B2-4D4F-92D6-C5BFC9F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Task ACK 与独占租约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A8A033-918C-4C41-895A-98C24776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C872FF-DD0A-46CD-BE2B-DC80F52F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0FD162-96F0-42B3-AC2A-B355EBFA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29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ServiceClock 推进并反馈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14E134-3D3E-43C4-8EAB-2ADC8A7E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返航、换电、充电：范围待确认，未伪装成 NOOP。</a:t>
            </a:r>
          </a:p>
        </p:txBody>
      </p:sp>
    </p:spTree>
    <p:extLst>
      <p:ext uri="{BB962C8B-B14F-4D97-AF65-F5344CB8AC3E}">
        <p14:creationId xmlns:p14="http://schemas.microsoft.com/office/powerpoint/2010/main" val="473762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823AE-E434-4709-A2C7-82D3AF9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B7457-E8AF-45C2-96F0-0E703D25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 /  扰动语义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15848-C2CA-494A-AFCD-2F72149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27262-1D50-42FD-B89C-AF17BCB9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6623A-1DBE-478B-AA6F-4867A8D5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证据：gppo_world/m10_environment.py + causal-acceptance.json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2851B-F287-474A-BA74-E7F7091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9B142-AB82-4C46-92FF-ABC02A9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四类扰动进入同一时钟，但不进入同一信息层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4E14E-9A36-4B76-A86A-AF14EA4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策略看到消息，执行层维护真实资源和任务状态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C6357-F6A0-42AF-875A-E64235B1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2E934-1ADC-431B-AB3B-6131A8B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28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新任务到达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3B3B1-5DA5-4E49-81E5-CAAA35A7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288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到达后才创建公开槽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6C78E-3927-47AA-B024-C2D24C8A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未到达任务不能改变 mask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8EF2D-1761-427C-ABCE-8F435FEF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D07AA-12C0-4EDD-B3A5-2EBFCFB4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能量不足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8F62F-2767-44B8-9C80-352F5CD9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收到的 energy、年龄和有效性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872FC-191D-4D9F-901D-D34E4C7C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527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真实能量可导致执行拒绝或中断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84C9C-4EC9-4D85-A5F5-AC71D8E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E2282-1690-49B5-945B-E365AE45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节点损毁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01480-A7C9-4701-B4DB-DFE8A91D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alive/connected 更新送达后可见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32586-1004-48D9-A3BA-F115E07C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766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损毁会中断租约和服务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E4472-D579-4B9D-875B-FAEE2D5A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17988-3CD0-4627-A5C0-9F03F3E5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通信中断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F7F1D-FAB6-4523-9285-D52D31AD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00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connected 与消息年龄可见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56AC9-B684-4D50-B002-338088F6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005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断联撤销执行链，恢复不自动续作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6DE90-2A08-4D7F-82E9-AEAFB8BC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095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5A0D2F-24AA-410B-AA5C-BD0EB97E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6732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energy / deadline / event 真值由执行和离线评估使用，不能回写成即时策略输入。</a:t>
            </a:r>
          </a:p>
        </p:txBody>
      </p:sp>
    </p:spTree>
    <p:extLst>
      <p:ext uri="{BB962C8B-B14F-4D97-AF65-F5344CB8AC3E}">
        <p14:creationId xmlns:p14="http://schemas.microsoft.com/office/powerpoint/2010/main" val="98532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C0ED7F-C97B-464E-ADF9-DB858EBD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CBD54-C8CC-45C1-B2BF-8FD274E9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 /  因果与安全验收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1E19C-819C-40B2-A4B0-15AF2D21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FB189-3900-4615-9827-B22B611A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06FDB-C405-426A-8435-18B7271A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证据：causal-acceptance.json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079E9-C49B-4B0F-9E94-A592325E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F1A97-1600-4B6E-8E6E-DF2CE165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全环境因果验收 7/7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25162-D5D5-4811-AD98-427AA279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组件测试之外，验证了消息、版本、ACK、租约和完成分类的组合行为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CC9D3-5583-4A11-A5BC-C2B763B5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F145D-F720-4D10-8254-F80BB1D9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6E37B-C130-4302-B55F-328961B4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未来事件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B739B-2D08-4065-A0D5-781541A1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初始公开快照相等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E2B52-CE2C-40CC-BBCD-450FDF07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5F1D3-F979-45C5-B665-BAC679CF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57E85-5BBF-44E6-9C30-F4A2C1FD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延迟消息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34D42-2BDE-43C4-8684-E0F277F2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送达前不可见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D7497-6324-4CE8-88D6-151841A7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C1FA7-49F0-482F-867B-DA8AE009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A8812-AF34-4DB2-9281-DFCFFB5A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05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stale 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4ABCD-063E-4BC0-B9EE-1FF48153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05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旧版本被拒绝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CB281-3FAC-416E-BEB5-6FBA7CE7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554E3-B435-41D3-8450-FFE5C288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B3DFC-2B16-433E-BE0E-0D0FAE95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ACK / 租约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EB5C0-D5F3-4729-9A15-DE39109B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接受后推进，过期回 pending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8C57A-8934-47AE-82EA-0780C046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17179-85E6-4647-964F-709DCC6B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6B265B-D628-4379-A5F1-CD921AC1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隐藏能量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546BB-F618-48F6-BB8A-20587E10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57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执行层拒绝，策略不读真值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353534-7BD4-45EF-8BC3-D3852AD0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4A609-2455-4D3B-AA75-3F3CFCC2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9C9F9-D42E-4B6F-9554-53EE0AAD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57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事件调度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5D5266-9352-48E0-A61D-06169B4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disconnect / reconnect / damage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C23E54-F1BE-45C7-948B-DD79EB0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E26427-1CB5-4C68-9BF0-6F7AE99D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0B773A-1754-4AAE-83F8-C9159441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0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完成分类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8F6A75-284D-4FCD-AB97-74960A52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completed 与 expired 分离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A10424-EF69-44C0-B1FD-ACD46A8A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095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4DD3C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2F49AD-B85F-4717-9A78-ABA42096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服务器：7/7；全套回归：139 passed / 7 skipped；两个历史 Shadow timeout 重跑：2 passed。</a:t>
            </a:r>
          </a:p>
        </p:txBody>
      </p:sp>
    </p:spTree>
    <p:extLst>
      <p:ext uri="{BB962C8B-B14F-4D97-AF65-F5344CB8AC3E}">
        <p14:creationId xmlns:p14="http://schemas.microsoft.com/office/powerpoint/2010/main" val="2074945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7D303B-2CC5-4033-A39A-10CEAD7B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2D855-1606-49E3-B5FA-F82A0E35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 /  训练协议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656E5-DD92-445D-B0D5-D4651D2C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70A71-7D4A-4AFC-9B45-6A1FF7BF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C280F-3CA5-435C-8AF6-1C22A914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证据：training-protocol.json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1CF49-F1E9-4973-BD1A-BF1E4BA1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80FB8-2001-456A-9AC4-4A974120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所有策略共享同一环境、动作和预算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C6D71-0BD1-4392-8665-848FC29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只改变编码、历史或 world context 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85D38-5CFA-49D3-9032-CB41A8A4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095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83693-F116-4CD0-918D-3733C601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CE264-66B3-4A58-B5DF-76635BE2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4 UAV / 6 槽 / 25动作 / 18时长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47CC4-C26E-4EB2-8928-4594CB0B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训练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2DCC9-A82C-4E2A-B4D6-4FB4B7D1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1024 steps / seed，Adam PPO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6D9D4-BF17-47F9-B925-749A18CD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种子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2227D-66EF-40F9-AD44-A52F7812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1101 / 2203 / 3307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AC2CA-4FC5-4433-8877-E54E40B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6D73B-77FF-4917-8A7F-8507121F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4401–4405，固定五 episode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4B401-25FD-4DF9-9FE0-2D6A2FA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对照变体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4895E-FDF2-49AB-BAC8-1B3CB0A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MLP-PPO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6F334-8944-421F-BD39-61E8270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two-type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8A113-DE73-4DFF-A4D6-06EC257C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14775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A8BFA-3D47-4B12-82F3-F50CAEFA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Graph-PPO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70280-F45B-4606-904A-9ACA98B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two-type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8EFD2-76D6-475D-B711-669F2DE5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95775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99610-8EE5-49D1-89CA-24F63E83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Graph-PPO-History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3C10E-AF90-4C6D-9C18-2F7740C3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five-type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949D50-FAA6-4CCA-A506-8C11461C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76775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577B8-B731-481D-8528-AE8071A6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Graph-PPO + world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919624-65D9-456D-9DFE-27F5A530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33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frozen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23ECCE-A909-458E-A5FD-36F2B548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57775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BE2365-8569-4655-AD88-EAC82B91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Graph-PPO + trigger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A2D96B-ED95-4F46-BDF6-FBC7B28D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14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threshold 0.2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12EC96-4D86-4946-9CCB-F951435F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35B6B8-6DED-4437-933B-DD8402F2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095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CA363F-E087-4815-807B-9BBBFCE8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v1 threshold 0.5 的零触发结果保留在归档，v2 threshold 0.2 只作触发敏感性补充。</a:t>
            </a:r>
          </a:p>
        </p:txBody>
      </p:sp>
    </p:spTree>
    <p:extLst>
      <p:ext uri="{BB962C8B-B14F-4D97-AF65-F5344CB8AC3E}">
        <p14:creationId xmlns:p14="http://schemas.microsoft.com/office/powerpoint/2010/main" val="1656158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E277F-D704-4B70-9589-F0FE49D3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076B0-0AF6-4505-9352-E415BBB3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 /  世界模型与融合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6B13E-E8E2-4736-A162-7C7818F8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5D066-60E1-4E10-AF41-E7ADE545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DB71A-4A6C-433F-9698-6431FC8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证据：training-results.json + world-model-training.json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9CE1D-96A2-4EC2-93C3-E1231CEA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23164-0981-4A3B-86BF-65A0334F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预测 context 已进入融合策略，但没有稳定提升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4ED10-1C62-4CDB-8868-147640B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world model 是输入提供者，不是动作执行器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CCF28-2F58-4DE9-9954-88D6EB2F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15A44-E0AE-4D3F-9E5C-F060ACEE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数据与模型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1A45D-3D97-43D0-92DF-190A0981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transition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C2614-2426-408D-936A-21E8E4B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1059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AC0FE-D45E-4B1F-8857-AD8E9A4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train / val /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2FF64-4E1A-48AC-B4CC-7FFDBCA0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14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732 / 165 / 162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44D71-F3E2-4C61-AF92-F0493BD1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4ABF9-CF7E-41CD-B46B-C1E89E91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episode-disjoint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9F8E7-EF05-4B9E-90D2-958000E7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test 未参与训练、校准或选择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0AB7F-8F6F-4D9E-9AAE-25A31F88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334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FFB8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75925-9006-4B01-AE00-886A920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融合路径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24774-EFB9-46AB-A2DF-768F1658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8D4A9-1157-4CC6-9750-6AA25D82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公开快照</a:t>
            </a:r>
          </a:p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+ 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03F23-31F2-43ED-AF2F-C6BCF5AD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90875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B8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0703B-DDC2-4686-A823-A4BCA9CA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12DBC-C21B-4E94-9868-F08A8B55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预测 context</a:t>
            </a:r>
          </a:p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进入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5C011-3C02-4B92-B4E1-B9D7BEBA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完成数：world 4.00，trigger 4.00</a:t>
            </a:r>
          </a:p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return：31.000，30.956</a:t>
            </a:r>
          </a:p>
        </p:txBody>
      </p:sp>
    </p:spTree>
    <p:extLst>
      <p:ext uri="{BB962C8B-B14F-4D97-AF65-F5344CB8AC3E}">
        <p14:creationId xmlns:p14="http://schemas.microsoft.com/office/powerpoint/2010/main" val="1433909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839E74-3702-441A-937F-0B695E9D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849D2-21C5-4495-B884-49200771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 /  公平消融结果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4587B-249E-4AAC-9FAF-DEF52E97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55FA2-F7DA-4E52-AC81-66024B4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6CC60-6EEB-4DB0-BF1F-9F6B0B44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证据：training-results.json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D5715-5906-4F55-AE05-6D84099C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9F0E5-385C-41E7-9802-F3E751AD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短预算三 seed 对照：图策略占优，world gain 未证实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00592-4F74-4EF4-A959-686550B9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均值来自固定五 episode 评估，CI 来自三个训练 seed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32C89-ADC3-4FFE-9156-DEA46BED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6667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583D0-8C8C-451B-A15F-CFA286F2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完成 / 过期任务均值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B96B1-7D68-4EBF-A5B5-91A92D2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MLP-2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59328-3F98-4D19-87FA-A0CEB3E6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A79F3-8249-4134-A5B5-39FB8E31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4.00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3DD27-D7DE-4C59-B1AB-D0ED77C7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79"/>
          </a:solidFill>
          <a:ln xmlns:a="http://schemas.openxmlformats.org/drawingml/2006/main" w="0">
            <a:solidFill>
              <a:srgbClr val="FF7E7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9B215-DE4E-4B2C-9236-81266E4C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2.00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2CE8E-DC90-4B80-94E5-391FAC19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38612-7819-4433-9C07-85866510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32994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A7406-D26E-48DA-863A-DC67E646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4.33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27657-DEDF-48E6-826C-9695DFA6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12725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79"/>
          </a:solidFill>
          <a:ln xmlns:a="http://schemas.openxmlformats.org/drawingml/2006/main" w="0">
            <a:solidFill>
              <a:srgbClr val="FF7E7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EAEE8-843B-4CC9-B753-DD3B0D6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1.67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0152C-CF4A-4BA1-AAE7-D95FB79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History-5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5C3F2-48E8-4975-BBE1-F52F9290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05200"/>
            <a:ext cx="32994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5CB56-B2D8-43CF-8951-38C8F9E3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4.33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B1F49C-56CD-45CA-9E6C-EC1083E4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05200"/>
            <a:ext cx="12725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79"/>
          </a:solidFill>
          <a:ln xmlns:a="http://schemas.openxmlformats.org/drawingml/2006/main" w="0">
            <a:solidFill>
              <a:srgbClr val="FF7E7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B9E02A-26BD-4189-A044-B6C5820B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1.67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4752A-B12D-4FB0-A88C-FD9AC30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World-5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E9A12-D4F5-4F65-B35D-2E5A8951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05F233-B11D-46B0-9835-C0A03CD6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4.00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0A3B1-E4BC-42FC-A4CA-E76A73BB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79"/>
          </a:solidFill>
          <a:ln xmlns:a="http://schemas.openxmlformats.org/drawingml/2006/main" w="0">
            <a:solidFill>
              <a:srgbClr val="FF7E7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D6309-7C68-4B1E-8FC2-639F9416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2.00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A589A-7B0E-4722-BAC5-8E6B8B33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Trigger-5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DF70D5-A948-4CE2-8FD6-C9953257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96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3A9B9E-AB40-4437-B3DC-6308A8D6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005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4.00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2E4AD5-6CB8-4A3E-A869-CD212BC0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79"/>
          </a:solidFill>
          <a:ln xmlns:a="http://schemas.openxmlformats.org/drawingml/2006/main" w="0">
            <a:solidFill>
              <a:srgbClr val="FF7E7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93875-2D21-4406-8CD7-DE71D642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2.00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C852E2-26C0-4453-B019-CD400B6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青色 完成数    红色 过期数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E1E238-5677-4CD8-B692-64485AB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57375"/>
            <a:ext cx="3810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8E37AF-F193-4077-A26C-FA0415CC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return 均值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C09494-2B46-4881-9440-D81B27B7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MLP-2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4D9670-34DE-4981-AF0C-8743E959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31.071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8CBDCE-1966-4C5F-914B-2EAA8491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57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A3550A-0F8D-41A2-A8BA-540D3792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575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35.639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E39693-11BE-4CF2-AB88-913CC6B0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95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History-5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A3EB45-7D5B-4FD2-ACB5-8363941D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95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35.685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8E53DC-7AA5-49BC-AFB7-C2066BC4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3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World-5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0BD842-25D9-4501-BAB6-F3C84979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31.000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38792B-5068-4B85-9111-4762DDDA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71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Trigger-5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F16F06-DD80-4E6E-A7E9-B6557AC9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719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30.956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F5971E-27DC-4310-9D62-C1A6C95D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095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AA3E7C-B35C-45E1-B66A-A27D592F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三 seed CI 较宽，尤其 MLP；不宣称稳定性能增益，也不宣称 trigger 优于 always-world。</a:t>
            </a:r>
          </a:p>
        </p:txBody>
      </p:sp>
    </p:spTree>
    <p:extLst>
      <p:ext uri="{BB962C8B-B14F-4D97-AF65-F5344CB8AC3E}">
        <p14:creationId xmlns:p14="http://schemas.microsoft.com/office/powerpoint/2010/main" val="1436773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DA700-3B3C-456B-9905-BB02B69B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423F6-417E-401F-BB97-5862ABC6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 /  事件触发与时延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0744A-B814-49A1-87DF-7D555FFB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94A06-C162-4214-94AB-B5818506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0BF69-9606-4648-8608-9C9AD21F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证据：training-results.json + server-preflight-final.txt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20250-ABFC-4B92-9C9D-B97A70A2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1D76F-5E86-4232-84E6-03C67098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触发能工作，时延仍是小规模仿真测量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19697-9173-4A94-A2AE-76AD32CE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CPU 更快来自模型规模和同步开销，不能直接外推实时部署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7F068-07F4-436F-8AD7-E5B355CB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FFB8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20190-C1E2-429F-8253-1DE762A2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事件触发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E0E46-77F6-4C1C-BEB1-9745D4F6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threshold 0.5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93B60-5ACA-462F-8AF0-A69FBBA5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0 次触发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B35DC-B4AB-4A01-9175-0A9A24CA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threshold 0.2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D3E59-A211-48D9-BB24-8F9CD0E2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4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5 次 /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9518D-BB03-46C8-8158-FB9BB4FE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95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4B5D3-C2EE-4E90-938C-C059977A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3C958-E647-4B80-AB45-A3BC6377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world always：约 11–15 次 / episode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178F2-1C50-438E-87F0-1A215817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B7950-6701-4AEE-AB69-31B8A356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完成数：world 与 trigger 都为 4.00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EF36F-4201-4D50-924D-DDC43E17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38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9F124-AE04-4B11-88AD-F7CB1355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代表性融合策略时延（100 samples）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52F0A-A0A8-4DDF-8629-E7E0DA4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CPU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E139A-8ABE-4F04-8E5B-A6C33862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mean 0.484ms  |  P95 0.499ms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3C908-803D-430D-B29F-BB9D9C3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GPU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EAEE3-7043-4D22-86CE-7B69900E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mean 0.950ms  |  P95 0.971ms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DE502-97DB-4C13-93F5-63B881C2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ED6157-2C86-417E-A978-73A1CD2F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053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environment step 单独计量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ECF54A-1903-4D7C-BE0C-75FF1344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FC7A7C-589A-4971-BF8C-5745BEBB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不是硬实时保证，也没有验证真实链路、飞行动力学或竞赛控制周期。</a:t>
            </a:r>
          </a:p>
        </p:txBody>
      </p:sp>
    </p:spTree>
    <p:extLst>
      <p:ext uri="{BB962C8B-B14F-4D97-AF65-F5344CB8AC3E}">
        <p14:creationId xmlns:p14="http://schemas.microsoft.com/office/powerpoint/2010/main" val="513712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4B6132-44DF-4681-BE30-CC318CC4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85DFF-8AC1-42DD-997B-71253C71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 /  限制与下一步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2666E-E7F1-473F-A4A2-24286A7D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EA3AA-8B9D-4309-9C0A-4D5BE58C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22CA9-8480-47E1-A126-2C0B255D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证据：limitations.md + status.json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95808-6402-4468-8A1E-11FD7F1E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65500-6E55-40A0-B30B-B69CC45F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工程闭环完成，科研边界仍然清楚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238B3-CFF6-431C-9B1B-AB254D69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下一步先补输入合同和真实约束，再扩大训练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EBAA7-A9A7-4390-B7EB-C5F179D1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7CE5A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B441C-492F-443F-9DE3-4B505C15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E5A2"/>
          </a:solidFill>
          <a:ln xmlns:a="http://schemas.openxmlformats.org/drawingml/2006/main" w="0">
            <a:solidFill>
              <a:srgbClr val="7CE5A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28E6C-7DBD-44D9-807B-1EBA528E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已完成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FFB06-9FEF-470F-884E-40E0790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07ACF-2F8B-4C04-8B2E-93F7B24A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真实任务时钟与四类扰动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F055E-32CD-430F-8E94-6E914C80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2569D-EB47-45AD-BC4B-E105E307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收到消息与延迟可见性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AEBA6-4852-4198-A365-F7080C55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69854-24B3-4922-94E1-662E1B5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ACK、租约、能量扣费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5B633-6054-4902-BFD6-AA839EFC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F74D8-A2F9-41B3-8A01-683355BB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5 变体 × 3 seed 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1AF73-3819-4B84-9C44-540E8E8F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CDA1A-6002-41C7-9281-1EA4FF1E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世界模型与触发消融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9D483-A603-417B-9664-31152331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61ADE-FCF6-40F9-AD9F-39D540A8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服务器归档与独立下载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84DE2-860A-489F-BA2F-D905B39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FF7E7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96A0E-5C25-458B-AA40-64722126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79"/>
          </a:solidFill>
          <a:ln xmlns:a="http://schemas.openxmlformats.org/drawingml/2006/main" w="0">
            <a:solidFill>
              <a:srgbClr val="FF7E7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AA3DA-AC2C-42C0-9302-C7ECD8E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6217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仍未完成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0B388-B12C-4EF5-BFB8-C5C5056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BF2E34-6BE4-4FBC-8166-06440A94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返航、换电、充电范围待确认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48B3DB-DFD9-4276-8CCE-3A08B4CF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8AAF30-C886-4124-9774-615C1955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真实五类型资产与公平比较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C01AD5-B310-4C00-A0D6-E15A07C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1EC2B-E48E-4055-ABCA-ECF44B9F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长预算稳定收益与 GPPO-History扩展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8E527E-E187-4394-9090-8FDF485D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D36FD0-8938-4164-9C17-46AEAB92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真实网络、飞行动力学、控制周期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3F392D-1BF4-4E0C-9A10-61DCD023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43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7B82DD-26AC-4E7D-83E5-084E61B1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生产 OOD 与硬取消 timeout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A3CA08-4469-4B62-A4D4-4091B349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43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61E55D-A212-4072-B151-14E94292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人工彩排和导师评审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65E312-E621-4885-B5A3-F8BAB317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340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M-10 full_goal_complete = false；R5 归档与汇报材料收尾。</a:t>
            </a:r>
          </a:p>
        </p:txBody>
      </p:sp>
    </p:spTree>
    <p:extLst>
      <p:ext uri="{BB962C8B-B14F-4D97-AF65-F5344CB8AC3E}">
        <p14:creationId xmlns:p14="http://schemas.microsoft.com/office/powerpoint/2010/main" val="267462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039338-331E-4891-9AFD-EB96394F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EB473-E58D-473A-867F-A738739A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  /  复现与归档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E221D-8C5D-4EE7-9D97-48181228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23DD9-4E15-4D03-8865-B97313A7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D329B-686F-471B-B91A-DA5B8E1A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证据：reproduction-runbook.md + server-evidence.json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97F8B-10B4-46ED-9247-C97ED48F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03F81-586E-43B5-88B1-551BA069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从 Release 恢复：源码、模型、结果和日志都在包内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AA185-BDB4-4EDF-8090-59339024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独立下载和解包通过，仓库只保留清单与证据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4B152-0A98-4302-8D26-B79D0E3A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6858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44FD5-5DA0-4716-A6BB-A9722208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最小恢复入口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A6A37-48FB-4232-8574-25E2CF24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python tools/run_m10_causal_acceptance.py \</a:t>
            </a:r>
          </a:p>
          <a:p xmlns:a="http://schemas.openxmlformats.org/drawingml/2006/main">
            <a:pPr>
              <a:defRPr sz="150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  --output &lt;new-run&gt;/causal-acceptance.json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45BA2-7329-4561-9169-8241AD63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python tools/run_m10_training.py \</a:t>
            </a:r>
          </a:p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  --mode matrix --steps 1024 \</a:t>
            </a:r>
          </a:p>
          <a:p xmlns:a="http://schemas.openxmlformats.org/drawingml/2006/main">
            <a:pPr>
              <a:defRPr sz="13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  --seeds 1101,2203,3307 --trigger-threshold 0.2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F4B8B-3B7E-4B0F-987F-D1FFAC31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训练不会隐式下载、安装或启动其他进程。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F5AE1-596A-4D59-A46E-C9035E4D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3619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7EB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274C8-2D7E-44B4-80C3-A369C80D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归档摘要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7E7F7-C581-4097-B20D-CEDDC4C0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训练包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1481B-B402-418A-8711-7DF01AA5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57 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32D94-E349-4CF8-9318-8FA547CD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SHA-256</a:t>
            </a:r>
          </a:p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8c883d7c…22d6312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A6085-3885-4EC6-BF65-FF68DB8A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源码包</a:t>
            </a:r>
          </a:p>
          <a:p xmlns:a="http://schemas.openxmlformats.org/drawingml/2006/main">
            <a:pPr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77321bb9…828ba6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3A4DC-E5FE-41DF-B06F-DA3CB1DA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GitHub Release：M-10 训练归档</a:t>
            </a:r>
          </a:p>
          <a:p xmlns:a="http://schemas.openxmlformats.org/drawingml/2006/main">
            <a:pPr>
              <a:defRPr sz="112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人工评审：not_held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0A1BA-18A2-4D59-B474-306DF836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02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结果可复现，增益尚未证明。</a:t>
            </a:r>
          </a:p>
        </p:txBody>
      </p:sp>
    </p:spTree>
    <p:extLst>
      <p:ext uri="{BB962C8B-B14F-4D97-AF65-F5344CB8AC3E}">
        <p14:creationId xmlns:p14="http://schemas.microsoft.com/office/powerpoint/2010/main" val="335712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2026-09-07T00:03:00.7600000Z</dcterms:created>
  <dcterms:modified xsi:type="dcterms:W3CDTF">2026-09-07T00:03:00.7600000Z</dcterms:modified>
</coreProperties>
</file>